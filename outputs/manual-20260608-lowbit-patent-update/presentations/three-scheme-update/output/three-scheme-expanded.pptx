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f39028699814ace" /><Relationship Type="http://schemas.openxmlformats.org/officeDocument/2006/relationships/extended-properties" Target="/docProps/app.xml" Id="Rcaf8f4fad9ee47a2" /><Relationship Type="http://schemas.openxmlformats.org/officeDocument/2006/relationships/officeDocument" Target="/ppt/presentation.xml" Id="R209b60bea7264ce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bb36a2b44cb4bfa"/>
  </p:sldMasterIdLst>
  <p:notesMasterIdLst>
    <p:notesMasterId xmlns:r="http://schemas.openxmlformats.org/officeDocument/2006/relationships" r:id="Ra4b3e7aefc734f59"/>
  </p:notesMasterIdLst>
  <p:sldIdLst>
    <p:sldId xmlns:r="http://schemas.openxmlformats.org/officeDocument/2006/relationships" id="256" r:id="R1ece1c155fd643b5"/>
    <p:sldId xmlns:r="http://schemas.openxmlformats.org/officeDocument/2006/relationships" id="257" r:id="R9257261206064413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中度样式 2 - 强调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16DA210-FB5B-4158-B5E0-FEB733F419BA}" styleName="浅色样式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7e949a0ac1f4257" /><Relationship Type="http://schemas.openxmlformats.org/officeDocument/2006/relationships/slideMaster" Target="/ppt/slideMasters/slideMaster1.xml" Id="R5bb36a2b44cb4bfa" /><Relationship Type="http://schemas.openxmlformats.org/officeDocument/2006/relationships/notesMaster" Target="/ppt/notesMasters/notesMaster1.xml" Id="Ra4b3e7aefc734f59" /><Relationship Type="http://schemas.openxmlformats.org/officeDocument/2006/relationships/presProps" Target="/ppt/presProps.xml" Id="R9eb78cdc4748443e" /><Relationship Type="http://schemas.openxmlformats.org/officeDocument/2006/relationships/viewProps" Target="/ppt/viewProps.xml" Id="Re3894de23547478c" /><Relationship Type="http://schemas.openxmlformats.org/officeDocument/2006/relationships/tableStyles" Target="/ppt/tableStyles.xml" Id="R42f9fdd95e2c4988" /><Relationship Type="http://schemas.openxmlformats.org/officeDocument/2006/relationships/slide" Target="/ppt/slides/slide1.xml" Id="R1ece1c155fd643b5" /><Relationship Type="http://schemas.openxmlformats.org/officeDocument/2006/relationships/slide" Target="/ppt/slides/slide2.xml" Id="R925726120606441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83931e64e0a4ff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自定义设计方案">
  <a:themeElements>
    <a:clrScheme name="自定义设计方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自定义设计方案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自定义设计方案 1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32a51aad1694902" /><Relationship Type="http://schemas.openxmlformats.org/officeDocument/2006/relationships/notesMaster" Target="/ppt/notesMasters/notesMaster1.xml" Id="R2cf1261de80647e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b068f71e8a64d74" /><Relationship Type="http://schemas.openxmlformats.org/officeDocument/2006/relationships/notesMaster" Target="/ppt/notesMasters/notesMaster1.xml" Id="R483974d34e4142e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74cce92bd584865" /><Relationship Type="http://schemas.openxmlformats.org/officeDocument/2006/relationships/image" Target="/ppt/media/image3.png" Id="R2dc3e6718ca24f8a" /><Relationship Type="http://schemas.openxmlformats.org/officeDocument/2006/relationships/image" Target="/ppt/media/image4.png" Id="Re665f1a9b4484e9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63e4ab83f5b4e5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27ecd513d2d49f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c43ed8d3641419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2ddef339a0d499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30fd3f446e24a5d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773c02f4f6c4dab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3b2a81aed31499e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c60f13a06eb4012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e211fbc6da74ae5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e0902bda61b42c1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5192ba465cd41b7" /></Relationships>
</file>

<file path=ppt/slideLayouts/slideLayout1.xml><?xml version="1.0" encoding="utf-8"?>
<p:sldLayout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c3e6718ca24f8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588" y="784225"/>
            <a:ext cx="12190412" cy="3810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3" name="Text Box 5">
            <a:extLst xmlns:a="http://schemas.openxmlformats.org/drawingml/2006/main">
              <a:ext uri="{FF2B5EF4-FFF2-40B4-BE49-F238E27FC236}">
                <a16:creationId xmlns:a16="http://schemas.microsoft.com/office/drawing/2014/main" id="{57B5A208-1EA5-4D8C-AC1E-D9CDD3F5B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950" y="6205538"/>
            <a:ext cx="2443163" cy="263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78270" tIns="39135" rIns="78270" bIns="39135">
            <a:spAutoFit/>
          </a:bodyPr>
          <a:lstStyle xmlns:a="http://schemas.openxmlformats.org/drawingml/2006/main">
            <a:lvl1pPr>
              <a:buNone/>
              <a:defRPr sz="20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742950" indent="-285750">
              <a:buNone/>
              <a:defRPr sz="20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1143000" indent="-228600">
              <a:buNone/>
              <a:defRPr sz="20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600200" indent="-228600">
              <a:buNone/>
              <a:defRPr sz="20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2057400" indent="-228600">
              <a:buNone/>
              <a:defRPr sz="20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514600" indent="-22860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971800" indent="-22860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429000" indent="-22860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886200" indent="-22860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</a:pPr>
            <a:r>
              <a:rPr sz="1200">
                <a:latin typeface="FrutigerNext LT Bold"/>
                <a:ea typeface="FrutigerNext LT Bold"/>
                <a:cs typeface="FrutigerNext LT Bold"/>
              </a:rPr>
              <a:t>HUAWEI TECHNOLOGIES CO., LTD.</a:t>
            </a:r>
          </a:p>
        </p:txBody>
      </p:sp>
      <p:sp>
        <p:nvSpPr>
          <p:cNvPr id="4" name="Text Box 6">
            <a:extLst xmlns:a="http://schemas.openxmlformats.org/drawingml/2006/main">
              <a:ext uri="{FF2B5EF4-FFF2-40B4-BE49-F238E27FC236}">
                <a16:creationId xmlns:a16="http://schemas.microsoft.com/office/drawing/2014/main" id="{76C1559E-D268-467D-AA8A-67D20C7FC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3113" y="3984625"/>
            <a:ext cx="2003425" cy="3254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91364" tIns="45680" rIns="91364" bIns="45680"/>
          <a:lstStyle xmlns:a="http://schemas.openxmlformats.org/drawingml/2006/main">
            <a:lvl1pPr>
              <a:buNone/>
              <a:defRPr sz="20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742950" indent="-285750">
              <a:buNone/>
              <a:defRPr sz="20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1143000" indent="-228600">
              <a:buNone/>
              <a:defRPr sz="20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600200" indent="-228600">
              <a:buNone/>
              <a:defRPr sz="20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2057400" indent="-228600">
              <a:buNone/>
              <a:defRPr sz="20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514600" indent="-22860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971800" indent="-22860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429000" indent="-22860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886200" indent="-22860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</a:pPr>
            <a:r>
              <a:rPr sz="1800"/>
              <a:t>www.huawei.com</a:t>
            </a:r>
          </a:p>
        </p:txBody>
      </p:sp>
      <p:pic>
        <p:nvPicPr>
          <p:cNvPr id="5" name="图片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65f1a9b4484e9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840913" y="5445125"/>
            <a:ext cx="1519237" cy="11398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2.xml><?xml version="1.0" encoding="utf-8"?>
<p:sldLayout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F1B2BB59-1819-4D09-A5AA-967009D19FE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69F6266D-8134-48C5-BF9B-FA95853E2C59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第三级</a:t>
            </a:r>
          </a:p>
          <a:p xmlns:a="http://schemas.openxmlformats.org/drawingml/2006/main">
            <a:pPr>
              <a:buNone/>
            </a:pPr>
            <a:r>
              <a:t>第四级</a:t>
            </a:r>
          </a:p>
          <a:p xmlns:a="http://schemas.openxmlformats.org/drawingml/2006/main">
            <a:pPr>
              <a:buNone/>
            </a:pPr>
            <a:r>
              <a:t>第五级</a:t>
            </a:r>
          </a:p>
        </p:txBody>
      </p:sp>
      <p:sp>
        <p:nvSpPr>
          <p:cNvPr id="4" name="Rectangle 6">
            <a:extLst xmlns:a="http://schemas.openxmlformats.org/drawingml/2006/main">
              <a:ext uri="{FF2B5EF4-FFF2-40B4-BE49-F238E27FC236}">
                <a16:creationId xmlns:a16="http://schemas.microsoft.com/office/drawing/2014/main" id="{BD7177CC-528D-47D2-9D50-478209E3E0C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</a:p>
          <a:p xmlns:a="http://schemas.openxmlformats.org/drawingml/2006/main">
            <a:pPr>
              <a:buNone/>
            </a:pPr>
            <a:fld id="{49904D6F-5DD4-245D-5D72-66C631BE28CC}" type="datetime1">
              <a:t>2026/6/5</a:t>
            </a:fld>
            <a:fld id="{9CC16276-6ACB-4A2A-A03F-C44D353DD48A}" type="slidenum">
              <a:t>‹#›</a:t>
            </a:fld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C4DDCC55-58E7-4295-B2A1-DD123284A96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63084" y="4406901"/>
            <a:ext cx="103632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923A31CE-2E10-4AFD-8898-EBD9B5C5964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963084" y="2906713"/>
            <a:ext cx="103632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</p:txBody>
      </p:sp>
      <p:sp>
        <p:nvSpPr>
          <p:cNvPr id="4" name="Rectangle 6">
            <a:extLst xmlns:a="http://schemas.openxmlformats.org/drawingml/2006/main">
              <a:ext uri="{FF2B5EF4-FFF2-40B4-BE49-F238E27FC236}">
                <a16:creationId xmlns:a16="http://schemas.microsoft.com/office/drawing/2014/main" id="{7CCCD475-1D06-4C02-A373-08792731D51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</a:p>
          <a:p xmlns:a="http://schemas.openxmlformats.org/drawingml/2006/main">
            <a:pPr>
              <a:buNone/>
            </a:pPr>
            <a:fld id="{49904D6F-5DD4-245D-5D72-66C631BE28CC}" type="datetime1">
              <a:t>2026/6/5</a:t>
            </a:fld>
            <a:fld id="{D9AC36A0-AC03-4F94-98EF-EA91A648A125}" type="slidenum">
              <a:t>‹#›</a:t>
            </a:fld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88BD3F36-8FA8-4460-9F13-DA4CABAC1EC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E49ECACF-D707-40BC-B8CC-7DEB46F1B69B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31800" y="908050"/>
            <a:ext cx="5562600" cy="5218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第三级</a:t>
            </a:r>
          </a:p>
          <a:p xmlns:a="http://schemas.openxmlformats.org/drawingml/2006/main">
            <a:pPr>
              <a:buNone/>
            </a:pPr>
            <a:r>
              <a:t>第四级</a:t>
            </a:r>
          </a:p>
          <a:p xmlns:a="http://schemas.openxmlformats.org/drawingml/2006/main">
            <a:pPr>
              <a:buNone/>
            </a:pPr>
            <a:r>
              <a:t>第五级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9A20BA6A-817E-4940-B281-5131CAC0251A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97600" y="908050"/>
            <a:ext cx="5562600" cy="5218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第三级</a:t>
            </a:r>
          </a:p>
          <a:p xmlns:a="http://schemas.openxmlformats.org/drawingml/2006/main">
            <a:pPr>
              <a:buNone/>
            </a:pPr>
            <a:r>
              <a:t>第四级</a:t>
            </a:r>
          </a:p>
          <a:p xmlns:a="http://schemas.openxmlformats.org/drawingml/2006/main">
            <a:pPr>
              <a:buNone/>
            </a:pPr>
            <a:r>
              <a:t>第五级</a:t>
            </a:r>
          </a:p>
        </p:txBody>
      </p:sp>
      <p:sp>
        <p:nvSpPr>
          <p:cNvPr id="5" name="Rectangle 6">
            <a:extLst xmlns:a="http://schemas.openxmlformats.org/drawingml/2006/main">
              <a:ext uri="{FF2B5EF4-FFF2-40B4-BE49-F238E27FC236}">
                <a16:creationId xmlns:a16="http://schemas.microsoft.com/office/drawing/2014/main" id="{B47F9446-F69F-4F56-A72D-47D95138F5E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</a:p>
          <a:p xmlns:a="http://schemas.openxmlformats.org/drawingml/2006/main">
            <a:pPr>
              <a:buNone/>
            </a:pPr>
            <a:fld id="{49904D6F-5DD4-245D-5D72-66C631BE28CC}" type="datetime1">
              <a:t>2026/6/5</a:t>
            </a:fld>
            <a:fld id="{D2FF5886-5F88-43B0-8384-127CBE4CA9D0}" type="slidenum">
              <a:t>‹#›</a:t>
            </a:fld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3E719615-9D27-457E-B6CD-F611FC29B97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" y="274638"/>
            <a:ext cx="10972800" cy="11430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A94DADF3-2829-4283-A3BB-181EA790511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9600" y="1535113"/>
            <a:ext cx="5386917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5E729722-EF85-4789-B1D0-39F1657FB7B6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09600" y="2174875"/>
            <a:ext cx="5386917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第三级</a:t>
            </a:r>
          </a:p>
          <a:p xmlns:a="http://schemas.openxmlformats.org/drawingml/2006/main">
            <a:pPr>
              <a:buNone/>
            </a:pPr>
            <a:r>
              <a:t>第四级</a:t>
            </a:r>
          </a:p>
          <a:p xmlns:a="http://schemas.openxmlformats.org/drawingml/2006/main">
            <a:pPr>
              <a:buNone/>
            </a:pPr>
            <a:r>
              <a:t>第五级</a:t>
            </a:r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426CCF04-4843-4EDD-8173-985979E356F2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93368" y="1535113"/>
            <a:ext cx="5389033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1B41CB7D-8721-44E0-B90A-F9CAE2734264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93368" y="2174875"/>
            <a:ext cx="5389033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第三级</a:t>
            </a:r>
          </a:p>
          <a:p xmlns:a="http://schemas.openxmlformats.org/drawingml/2006/main">
            <a:pPr>
              <a:buNone/>
            </a:pPr>
            <a:r>
              <a:t>第四级</a:t>
            </a:r>
          </a:p>
          <a:p xmlns:a="http://schemas.openxmlformats.org/drawingml/2006/main">
            <a:pPr>
              <a:buNone/>
            </a:pPr>
            <a:r>
              <a:t>第五级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5D3D2A7C-D571-4482-9138-80C6CC3C57B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</a:p>
          <a:p xmlns:a="http://schemas.openxmlformats.org/drawingml/2006/main">
            <a:pPr>
              <a:buNone/>
            </a:pPr>
            <a:fld id="{49904D6F-5DD4-245D-5D72-66C631BE28CC}" type="datetime1">
              <a:t>2026/6/5</a:t>
            </a:fld>
            <a:fld id="{F47C3515-A20A-4CC4-AB65-EF2298B43A19}" type="slidenum">
              <a:t>‹#›</a:t>
            </a:fld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204C45BF-E823-4481-9BCA-4EBAADFA858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Rectangle 6">
            <a:extLst xmlns:a="http://schemas.openxmlformats.org/drawingml/2006/main">
              <a:ext uri="{FF2B5EF4-FFF2-40B4-BE49-F238E27FC236}">
                <a16:creationId xmlns:a16="http://schemas.microsoft.com/office/drawing/2014/main" id="{ED5643DC-A818-40D6-96E7-75C0AF6B81A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</a:p>
          <a:p xmlns:a="http://schemas.openxmlformats.org/drawingml/2006/main">
            <a:pPr>
              <a:buNone/>
            </a:pPr>
            <a:fld id="{49904D6F-5DD4-245D-5D72-66C631BE28CC}" type="datetime1">
              <a:t>2026/6/5</a:t>
            </a:fld>
            <a:fld id="{38A857C1-AAC1-41C4-AD07-95A97C85156E}" type="slidenum">
              <a:t>‹#›</a:t>
            </a:fld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6">
            <a:extLst xmlns:a="http://schemas.openxmlformats.org/drawingml/2006/main">
              <a:ext uri="{FF2B5EF4-FFF2-40B4-BE49-F238E27FC236}">
                <a16:creationId xmlns:a16="http://schemas.microsoft.com/office/drawing/2014/main" id="{DCD76168-5E34-4F64-A4D8-C338028FDF2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</a:p>
          <a:p xmlns:a="http://schemas.openxmlformats.org/drawingml/2006/main">
            <a:pPr>
              <a:buNone/>
            </a:pPr>
            <a:fld id="{49904D6F-5DD4-245D-5D72-66C631BE28CC}" type="datetime1">
              <a:t>2026/6/5</a:t>
            </a:fld>
            <a:fld id="{C41C4F78-A9C2-4F7D-B32A-D37166658E91}" type="slidenum">
              <a:t>‹#›</a:t>
            </a:fld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ABD3A5B1-3883-4432-BEDD-0A3F06E2D31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1" y="273050"/>
            <a:ext cx="4011084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B36A44DE-7990-4364-9F9D-185E1B51DCC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766733" y="273051"/>
            <a:ext cx="6815667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第三级</a:t>
            </a:r>
          </a:p>
          <a:p xmlns:a="http://schemas.openxmlformats.org/drawingml/2006/main">
            <a:pPr>
              <a:buNone/>
            </a:pPr>
            <a:r>
              <a:t>第四级</a:t>
            </a:r>
          </a:p>
          <a:p xmlns:a="http://schemas.openxmlformats.org/drawingml/2006/main">
            <a:pPr>
              <a:buNone/>
            </a:pPr>
            <a:r>
              <a:t>第五级</a:t>
            </a:r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0D9F746E-B8B6-4DDB-A37F-B3D43E01386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09601" y="1435101"/>
            <a:ext cx="4011084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</p:txBody>
      </p:sp>
      <p:sp>
        <p:nvSpPr>
          <p:cNvPr id="5" name="Rectangle 6">
            <a:extLst xmlns:a="http://schemas.openxmlformats.org/drawingml/2006/main">
              <a:ext uri="{FF2B5EF4-FFF2-40B4-BE49-F238E27FC236}">
                <a16:creationId xmlns:a16="http://schemas.microsoft.com/office/drawing/2014/main" id="{1F9E68A3-C031-4A9A-BE66-919782B5E28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</a:p>
          <a:p xmlns:a="http://schemas.openxmlformats.org/drawingml/2006/main">
            <a:pPr>
              <a:buNone/>
            </a:pPr>
            <a:fld id="{49904D6F-5DD4-245D-5D72-66C631BE28CC}" type="datetime1">
              <a:t>2026/6/5</a:t>
            </a:fld>
            <a:fld id="{F8199A2E-82C0-4BB8-B204-8B61A41341BB}" type="slidenum">
              <a:t>‹#›</a:t>
            </a:fld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3B7787E7-31CF-420B-BFCE-24D99BFF482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389717" y="4800600"/>
            <a:ext cx="73152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C3BBC05D-97EA-44F7-9B17-AFB816A11882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2389717" y="612775"/>
            <a:ext cx="73152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pPr>
              <a:buNone/>
            </a:pPr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E2C47D75-416D-4D8C-B974-244D7A2AEF9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2389717" y="5367338"/>
            <a:ext cx="73152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</p:txBody>
      </p:sp>
      <p:sp>
        <p:nvSpPr>
          <p:cNvPr id="5" name="Rectangle 6">
            <a:extLst xmlns:a="http://schemas.openxmlformats.org/drawingml/2006/main">
              <a:ext uri="{FF2B5EF4-FFF2-40B4-BE49-F238E27FC236}">
                <a16:creationId xmlns:a16="http://schemas.microsoft.com/office/drawing/2014/main" id="{380C9DD0-DC4E-4265-BFD8-CFB619CB2B3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</a:p>
          <a:p xmlns:a="http://schemas.openxmlformats.org/drawingml/2006/main">
            <a:pPr>
              <a:buNone/>
            </a:pPr>
            <a:fld id="{49904D6F-5DD4-245D-5D72-66C631BE28CC}" type="datetime1">
              <a:t>2026/6/5</a:t>
            </a:fld>
            <a:fld id="{3F7319A2-3A06-410D-AC34-40C219823E44}" type="slidenum">
              <a:t>‹#›</a:t>
            </a:fld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8048DA55-0C3E-4F5B-9318-97DB8E7CA01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1D0DA1D1-6F10-4B07-BF14-30ED621D30E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第三级</a:t>
            </a:r>
          </a:p>
          <a:p xmlns:a="http://schemas.openxmlformats.org/drawingml/2006/main">
            <a:pPr>
              <a:buNone/>
            </a:pPr>
            <a:r>
              <a:t>第四级</a:t>
            </a:r>
          </a:p>
          <a:p xmlns:a="http://schemas.openxmlformats.org/drawingml/2006/main">
            <a:pPr>
              <a:buNone/>
            </a:pPr>
            <a:r>
              <a:t>第五级</a:t>
            </a:r>
          </a:p>
        </p:txBody>
      </p:sp>
      <p:sp>
        <p:nvSpPr>
          <p:cNvPr id="4" name="Rectangle 6">
            <a:extLst xmlns:a="http://schemas.openxmlformats.org/drawingml/2006/main">
              <a:ext uri="{FF2B5EF4-FFF2-40B4-BE49-F238E27FC236}">
                <a16:creationId xmlns:a16="http://schemas.microsoft.com/office/drawing/2014/main" id="{DFBB1F58-9604-46C9-92C3-7390AC25B67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</a:p>
          <a:p xmlns:a="http://schemas.openxmlformats.org/drawingml/2006/main">
            <a:pPr>
              <a:buNone/>
            </a:pPr>
            <a:fld id="{49904D6F-5DD4-245D-5D72-66C631BE28CC}" type="datetime1">
              <a:t>2026/6/5</a:t>
            </a:fld>
            <a:fld id="{E5B4CDA3-E8CF-443F-8DFE-C12DA662A444}" type="slidenum">
              <a:t>‹#›</a:t>
            </a:fld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C0AE05A7-3833-4205-93AF-8F344B8159B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928101" y="115889"/>
            <a:ext cx="2832100" cy="601027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D723CE15-CBCB-430C-B3D4-3ADA9CA55EB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31801" y="115889"/>
            <a:ext cx="8293100" cy="601027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第三级</a:t>
            </a:r>
          </a:p>
          <a:p xmlns:a="http://schemas.openxmlformats.org/drawingml/2006/main">
            <a:pPr>
              <a:buNone/>
            </a:pPr>
            <a:r>
              <a:t>第四级</a:t>
            </a:r>
          </a:p>
          <a:p xmlns:a="http://schemas.openxmlformats.org/drawingml/2006/main">
            <a:pPr>
              <a:buNone/>
            </a:pPr>
            <a:r>
              <a:t>第五级</a:t>
            </a:r>
          </a:p>
        </p:txBody>
      </p:sp>
      <p:sp>
        <p:nvSpPr>
          <p:cNvPr id="4" name="Rectangle 6">
            <a:extLst xmlns:a="http://schemas.openxmlformats.org/drawingml/2006/main">
              <a:ext uri="{FF2B5EF4-FFF2-40B4-BE49-F238E27FC236}">
                <a16:creationId xmlns:a16="http://schemas.microsoft.com/office/drawing/2014/main" id="{1E47D120-E1EE-48C8-8931-0BA1E051480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</a:p>
          <a:p xmlns:a="http://schemas.openxmlformats.org/drawingml/2006/main">
            <a:pPr>
              <a:buNone/>
            </a:pPr>
            <a:fld id="{49904D6F-5DD4-245D-5D72-66C631BE28CC}" type="datetime1">
              <a:t>2026/6/5</a:t>
            </a:fld>
            <a:fld id="{2A7F8B66-0DC9-42B9-A927-2EDE0806B881}" type="slidenum">
              <a:t>‹#›</a:t>
            </a:fld>
          </a:p>
        </p:txBody>
      </p:sp>
    </p:spTree>
  </p:cSld>
</p:sldLayout>
</file>

<file path=ppt/slideLayouts/slideLayout12.xml><?xml version="1.0" encoding="utf-8"?>
<p:sldLayout xmlns:p="http://schemas.openxmlformats.org/presentationml/2006/main" preserve="1">
  <p:cSld name="标题，文本与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CF67898C-D621-4DAF-A8CA-A0AEDC2CE8D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29733" y="115888"/>
            <a:ext cx="10752667" cy="63341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F72F9A21-61DB-4BE5-834B-D3A1230D003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31800" y="908050"/>
            <a:ext cx="5562600" cy="521811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第三级</a:t>
            </a:r>
          </a:p>
          <a:p xmlns:a="http://schemas.openxmlformats.org/drawingml/2006/main">
            <a:pPr>
              <a:buNone/>
            </a:pPr>
            <a:r>
              <a:t>第四级</a:t>
            </a:r>
          </a:p>
          <a:p xmlns:a="http://schemas.openxmlformats.org/drawingml/2006/main">
            <a:pPr>
              <a:buNone/>
            </a:pPr>
            <a:r>
              <a:t>第五级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CDD9BE49-C44A-4EE4-AEF8-57560D84197A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97600" y="908050"/>
            <a:ext cx="5562600" cy="521811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第三级</a:t>
            </a:r>
          </a:p>
          <a:p xmlns:a="http://schemas.openxmlformats.org/drawingml/2006/main">
            <a:pPr>
              <a:buNone/>
            </a:pPr>
            <a:r>
              <a:t>第四级</a:t>
            </a:r>
          </a:p>
          <a:p xmlns:a="http://schemas.openxmlformats.org/drawingml/2006/main">
            <a:pPr>
              <a:buNone/>
            </a:pPr>
            <a:r>
              <a:t>第五级</a:t>
            </a:r>
          </a:p>
        </p:txBody>
      </p:sp>
      <p:sp>
        <p:nvSpPr>
          <p:cNvPr id="5" name="Rectangle 6">
            <a:extLst xmlns:a="http://schemas.openxmlformats.org/drawingml/2006/main">
              <a:ext uri="{FF2B5EF4-FFF2-40B4-BE49-F238E27FC236}">
                <a16:creationId xmlns:a16="http://schemas.microsoft.com/office/drawing/2014/main" id="{F82C419B-83CC-4336-AA86-DEA1DF4AEE6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</a:p>
          <a:p xmlns:a="http://schemas.openxmlformats.org/drawingml/2006/main">
            <a:pPr>
              <a:buNone/>
            </a:pPr>
            <a:fld id="{49904D6F-5DD4-245D-5D72-66C631BE28CC}" type="datetime1">
              <a:t>2026/6/5</a:t>
            </a:fld>
            <a:fld id="{34E32DED-6DB2-4A9B-9A29-243C689DD2C8}" type="slidenum">
              <a:t>‹#›</a:t>
            </a:fld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image" Target="/ppt/media/image.png" Id="Rda6540275954404c" /><Relationship Type="http://schemas.openxmlformats.org/officeDocument/2006/relationships/image" Target="/ppt/media/image2.png" Id="R4e763687675e4f16" /><Relationship Type="http://schemas.openxmlformats.org/officeDocument/2006/relationships/theme" Target="/ppt/slideMasters/theme/theme2.xml" Id="Rd8cdb7a14d0d411f" /><Relationship Type="http://schemas.openxmlformats.org/officeDocument/2006/relationships/slideLayout" Target="/ppt/slideLayouts/slideLayout1.xml" Id="R05da9bc0238f44ba" /><Relationship Type="http://schemas.openxmlformats.org/officeDocument/2006/relationships/slideLayout" Target="/ppt/slideLayouts/slideLayout2.xml" Id="Re83ef70d1b684a23" /><Relationship Type="http://schemas.openxmlformats.org/officeDocument/2006/relationships/slideLayout" Target="/ppt/slideLayouts/slideLayout3.xml" Id="R91b5134a42e64f7b" /><Relationship Type="http://schemas.openxmlformats.org/officeDocument/2006/relationships/slideLayout" Target="/ppt/slideLayouts/slideLayout4.xml" Id="R4a8da2969e644a9d" /><Relationship Type="http://schemas.openxmlformats.org/officeDocument/2006/relationships/slideLayout" Target="/ppt/slideLayouts/slideLayout5.xml" Id="Rce027377bbc94d2b" /><Relationship Type="http://schemas.openxmlformats.org/officeDocument/2006/relationships/slideLayout" Target="/ppt/slideLayouts/slideLayout6.xml" Id="R9188a3606c0e4f33" /><Relationship Type="http://schemas.openxmlformats.org/officeDocument/2006/relationships/slideLayout" Target="/ppt/slideLayouts/slideLayout7.xml" Id="Rc2c009f6ae284a85" /><Relationship Type="http://schemas.openxmlformats.org/officeDocument/2006/relationships/slideLayout" Target="/ppt/slideLayouts/slideLayout8.xml" Id="Rfeb9083c97504a06" /><Relationship Type="http://schemas.openxmlformats.org/officeDocument/2006/relationships/slideLayout" Target="/ppt/slideLayouts/slideLayout9.xml" Id="R9f92659fbcfb466e" /><Relationship Type="http://schemas.openxmlformats.org/officeDocument/2006/relationships/slideLayout" Target="/ppt/slideLayouts/slideLayout10.xml" Id="Rdc083d3ce45545c8" /><Relationship Type="http://schemas.openxmlformats.org/officeDocument/2006/relationships/slideLayout" Target="/ppt/slideLayouts/slideLayout11.xml" Id="Re2445f6091004e8b" /><Relationship Type="http://schemas.openxmlformats.org/officeDocument/2006/relationships/slideLayout" Target="/ppt/slideLayouts/slideLayout12.xml" Id="R9e1a39b024c84b04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26" name="Rectangle 2">
            <a:extLst xmlns:a="http://schemas.openxmlformats.org/drawingml/2006/main">
              <a:ext uri="{FF2B5EF4-FFF2-40B4-BE49-F238E27FC236}">
                <a16:creationId xmlns:a16="http://schemas.microsoft.com/office/drawing/2014/main" id="{AA8AFAF2-2C3D-4426-8E37-8BAAA2B7A49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0263" y="115888"/>
            <a:ext cx="10752137" cy="6334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78270" tIns="39135" rIns="78270" bIns="39135" anchor="ctr"/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单击此处编辑母版标题样式</a:t>
            </a:r>
          </a:p>
        </p:txBody>
      </p:sp>
      <p:sp>
        <p:nvSpPr>
          <p:cNvPr id="1027" name="Rectangle 3">
            <a:extLst xmlns:a="http://schemas.openxmlformats.org/drawingml/2006/main">
              <a:ext uri="{FF2B5EF4-FFF2-40B4-BE49-F238E27FC236}">
                <a16:creationId xmlns:a16="http://schemas.microsoft.com/office/drawing/2014/main" id="{B261BD5F-D894-438D-BA44-461384EEF31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31800" y="908050"/>
            <a:ext cx="11328400" cy="52181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78270" tIns="39135" rIns="78270" bIns="39135" anchor="t"/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第三级</a:t>
            </a:r>
          </a:p>
          <a:p xmlns:a="http://schemas.openxmlformats.org/drawingml/2006/main">
            <a:pPr>
              <a:buNone/>
            </a:pPr>
            <a:r>
              <a:t>第四级</a:t>
            </a:r>
          </a:p>
          <a:p xmlns:a="http://schemas.openxmlformats.org/drawingml/2006/main">
            <a:pPr>
              <a:buNone/>
            </a:pPr>
            <a:r>
              <a:t>第五级</a:t>
            </a:r>
          </a:p>
        </p:txBody>
      </p:sp>
      <p:pic>
        <p:nvPicPr>
          <p:cNvPr id="1028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6540275954404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221413"/>
            <a:ext cx="12190413" cy="636587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29" name="Text Box 5">
            <a:extLst xmlns:a="http://schemas.openxmlformats.org/drawingml/2006/main">
              <a:ext uri="{FF2B5EF4-FFF2-40B4-BE49-F238E27FC236}">
                <a16:creationId xmlns:a16="http://schemas.microsoft.com/office/drawing/2014/main" id="{10D1B781-CA80-4AF2-944F-31B86DE32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950" y="6434138"/>
            <a:ext cx="1704975" cy="263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78276" tIns="39141" rIns="78276" bIns="39141">
            <a:spAutoFit/>
          </a:bodyPr>
          <a:lstStyle xmlns:a="http://schemas.openxmlformats.org/drawingml/2006/main">
            <a:lvl1pPr>
              <a:buNone/>
              <a:defRPr sz="20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742950" indent="-285750">
              <a:buNone/>
              <a:defRPr sz="20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1143000" indent="-228600">
              <a:buNone/>
              <a:defRPr sz="20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600200" indent="-228600">
              <a:buNone/>
              <a:defRPr sz="20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2057400" indent="-228600">
              <a:buNone/>
              <a:defRPr sz="20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514600" indent="-22860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971800" indent="-22860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429000" indent="-22860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886200" indent="-22860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</a:pPr>
            <a:r>
              <a:rPr sz="1200">
                <a:latin typeface="FrutigerNext LT Bold"/>
                <a:ea typeface="FrutigerNext LT Bold"/>
                <a:cs typeface="FrutigerNext LT Bold"/>
              </a:rPr>
              <a:t>HUAWEI </a:t>
            </a:r>
            <a:r>
              <a:rPr sz="1200">
                <a:solidFill>
                  <a:srgbClr val="990000"/>
                </a:solidFill>
                <a:latin typeface="FrutigerNext LT Bold"/>
                <a:ea typeface="FrutigerNext LT Bold"/>
                <a:cs typeface="FrutigerNext LT Bold"/>
              </a:rPr>
              <a:t>CONFIDENTIAL</a:t>
            </a:r>
          </a:p>
        </p:txBody>
      </p:sp>
      <p:sp>
        <p:nvSpPr>
          <p:cNvPr id="13318" name="Rectangle 6">
            <a:extLst xmlns:a="http://schemas.openxmlformats.org/drawingml/2006/main">
              <a:ext uri="{FF2B5EF4-FFF2-40B4-BE49-F238E27FC236}">
                <a16:creationId xmlns:a16="http://schemas.microsoft.com/office/drawing/2014/main" id="{76BD7857-8719-4AEF-B23F-1C3064BDEA72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7905750" y="6400800"/>
            <a:ext cx="1409700" cy="1101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vert="horz" wrap="square" lIns="0" tIns="0" rIns="0" bIns="0" anchor="t"/>
          <a:lstStyle xmlns:a="http://schemas.openxmlformats.org/drawingml/2006/main">
            <a:lvl1pPr>
              <a:lnSpc>
                <a:spcPct val="85000"/>
              </a:lnSpc>
              <a:buNone/>
              <a:defRPr sz="1000">
                <a:latin typeface="FrutigerNext LT Medium"/>
                <a:ea typeface="FrutigerNext LT Medium"/>
                <a:cs typeface="FrutigerNext LT Medium"/>
              </a:defRPr>
            </a:lvl1pPr>
          </a:lstStyle>
          <a:p xmlns:a="http://schemas.openxmlformats.org/drawingml/2006/main">
            <a:pPr>
              <a:buNone/>
            </a:pPr>
          </a:p>
          <a:p xmlns:a="http://schemas.openxmlformats.org/drawingml/2006/main">
            <a:pPr>
              <a:buNone/>
            </a:pPr>
            <a:fld id="{49904D6F-5DD4-245D-5D72-66C631BE28CC}" type="datetime1">
              <a:t>2026/6/5</a:t>
            </a:fld>
            <a:fld id="{C7A6A17C-8CE3-41D7-BD5F-4774EFB3B3E8}" type="slidenum">
              <a:t>‹#›</a:t>
            </a:fld>
          </a:p>
        </p:txBody>
      </p:sp>
      <p:sp>
        <p:nvSpPr>
          <p:cNvPr id="1032" name="Text Box 8">
            <a:extLst xmlns:a="http://schemas.openxmlformats.org/drawingml/2006/main">
              <a:ext uri="{FF2B5EF4-FFF2-40B4-BE49-F238E27FC236}">
                <a16:creationId xmlns:a16="http://schemas.microsoft.com/office/drawing/2014/main" id="{2458C209-3534-41EC-8D46-31D1BBB41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9988" y="6407150"/>
            <a:ext cx="3705225" cy="307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78315" tIns="39159" rIns="78315" bIns="39159">
            <a:spAutoFit/>
          </a:bodyPr>
          <a:lstStyle xmlns:a="http://schemas.openxmlformats.org/drawingml/2006/main">
            <a:lvl1pPr>
              <a:buNone/>
              <a:defRPr sz="20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742950" indent="-285750">
              <a:buNone/>
              <a:defRPr sz="20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1143000" indent="-228600">
              <a:buNone/>
              <a:defRPr sz="20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600200" indent="-228600">
              <a:buNone/>
              <a:defRPr sz="20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2057400" indent="-228600">
              <a:buNone/>
              <a:defRPr sz="20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514600" indent="-22860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971800" indent="-22860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429000" indent="-22860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886200" indent="-22860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spcBef>
                <a:spcPts val="0"/>
              </a:spcBef>
              <a:buNone/>
            </a:pPr>
            <a:r>
              <a:rPr sz="1500"/>
              <a:t>内部资料 注意保密</a:t>
            </a:r>
          </a:p>
        </p:txBody>
      </p:sp>
      <p:pic>
        <p:nvPicPr>
          <p:cNvPr id="13320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763687675e4f1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091738" y="6442075"/>
            <a:ext cx="1668462" cy="2730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5da9bc0238f44ba"/>
    <p:sldLayoutId xmlns:r="http://schemas.openxmlformats.org/officeDocument/2006/relationships" id="2147483650" r:id="Re83ef70d1b684a23"/>
    <p:sldLayoutId xmlns:r="http://schemas.openxmlformats.org/officeDocument/2006/relationships" id="2147483651" r:id="R91b5134a42e64f7b"/>
    <p:sldLayoutId xmlns:r="http://schemas.openxmlformats.org/officeDocument/2006/relationships" id="2147483652" r:id="R4a8da2969e644a9d"/>
    <p:sldLayoutId xmlns:r="http://schemas.openxmlformats.org/officeDocument/2006/relationships" id="2147483653" r:id="Rce027377bbc94d2b"/>
    <p:sldLayoutId xmlns:r="http://schemas.openxmlformats.org/officeDocument/2006/relationships" id="2147483654" r:id="R9188a3606c0e4f33"/>
    <p:sldLayoutId xmlns:r="http://schemas.openxmlformats.org/officeDocument/2006/relationships" id="2147483655" r:id="Rc2c009f6ae284a85"/>
    <p:sldLayoutId xmlns:r="http://schemas.openxmlformats.org/officeDocument/2006/relationships" id="2147483656" r:id="Rfeb9083c97504a06"/>
    <p:sldLayoutId xmlns:r="http://schemas.openxmlformats.org/officeDocument/2006/relationships" id="2147483657" r:id="R9f92659fbcfb466e"/>
    <p:sldLayoutId xmlns:r="http://schemas.openxmlformats.org/officeDocument/2006/relationships" id="2147483658" r:id="Rdc083d3ce45545c8"/>
    <p:sldLayoutId xmlns:r="http://schemas.openxmlformats.org/officeDocument/2006/relationships" id="2147483659" r:id="Re2445f6091004e8b"/>
    <p:sldLayoutId xmlns:r="http://schemas.openxmlformats.org/officeDocument/2006/relationships" id="2147483660" r:id="R9e1a39b024c84b04"/>
  </p:sldLayoutIdLst>
  <p:hf sldNum="0" hdr="0" ftr="0"/>
  <p:txStyles>
    <p:titleStyle>
      <a:lvl1pPr xmlns:a="http://schemas.openxmlformats.org/drawingml/2006/main" algn="l">
        <a:spcBef>
          <a:spcPts val="0"/>
        </a:spcBef>
        <a:spcAft>
          <a:spcPts val="0"/>
        </a:spcAft>
        <a:buNone/>
        <a:defRPr sz="2800" b="1">
          <a:solidFill>
            <a:srgbClr val="990000"/>
          </a:solidFill>
          <a:latin typeface="+mj-lt"/>
          <a:ea typeface="+mj-lt"/>
          <a:cs typeface="+mj-lt"/>
        </a:defRPr>
      </a:lvl1pPr>
      <a:lvl2pPr xmlns:a="http://schemas.openxmlformats.org/drawingml/2006/main" algn="l">
        <a:spcBef>
          <a:spcPts val="0"/>
        </a:spcBef>
        <a:spcAft>
          <a:spcPts val="0"/>
        </a:spcAft>
        <a:buNone/>
        <a:defRPr sz="2800" b="1">
          <a:solidFill>
            <a:srgbClr val="990000"/>
          </a:solidFill>
          <a:latin typeface="Arial"/>
          <a:ea typeface="Arial"/>
          <a:cs typeface="Arial"/>
        </a:defRPr>
      </a:lvl2pPr>
      <a:lvl3pPr xmlns:a="http://schemas.openxmlformats.org/drawingml/2006/main" algn="l">
        <a:spcBef>
          <a:spcPts val="0"/>
        </a:spcBef>
        <a:spcAft>
          <a:spcPts val="0"/>
        </a:spcAft>
        <a:buNone/>
        <a:defRPr sz="2800" b="1">
          <a:solidFill>
            <a:srgbClr val="990000"/>
          </a:solidFill>
          <a:latin typeface="Arial"/>
          <a:ea typeface="Arial"/>
          <a:cs typeface="Arial"/>
        </a:defRPr>
      </a:lvl3pPr>
      <a:lvl4pPr xmlns:a="http://schemas.openxmlformats.org/drawingml/2006/main" algn="l">
        <a:spcBef>
          <a:spcPts val="0"/>
        </a:spcBef>
        <a:spcAft>
          <a:spcPts val="0"/>
        </a:spcAft>
        <a:buNone/>
        <a:defRPr sz="2800" b="1">
          <a:solidFill>
            <a:srgbClr val="990000"/>
          </a:solidFill>
          <a:latin typeface="Arial"/>
          <a:ea typeface="Arial"/>
          <a:cs typeface="Arial"/>
        </a:defRPr>
      </a:lvl4pPr>
      <a:lvl5pPr xmlns:a="http://schemas.openxmlformats.org/drawingml/2006/main" algn="l">
        <a:spcBef>
          <a:spcPts val="0"/>
        </a:spcBef>
        <a:spcAft>
          <a:spcPts val="0"/>
        </a:spcAft>
        <a:buNone/>
        <a:defRPr sz="2800" b="1">
          <a:solidFill>
            <a:srgbClr val="990000"/>
          </a:solidFill>
          <a:latin typeface="Arial"/>
          <a:ea typeface="Arial"/>
          <a:cs typeface="Arial"/>
        </a:defRPr>
      </a:lvl5pPr>
      <a:lvl6pPr xmlns:a="http://schemas.openxmlformats.org/drawingml/2006/main" marL="457200" algn="l">
        <a:spcBef>
          <a:spcPts val="0"/>
        </a:spcBef>
        <a:spcAft>
          <a:spcPts val="0"/>
        </a:spcAft>
        <a:buNone/>
        <a:defRPr sz="2800" b="1">
          <a:solidFill>
            <a:srgbClr val="990000"/>
          </a:solidFill>
          <a:latin typeface="Arial"/>
          <a:ea typeface="Arial"/>
          <a:cs typeface="Arial"/>
        </a:defRPr>
      </a:lvl6pPr>
      <a:lvl7pPr xmlns:a="http://schemas.openxmlformats.org/drawingml/2006/main" marL="914400" algn="l">
        <a:spcBef>
          <a:spcPts val="0"/>
        </a:spcBef>
        <a:spcAft>
          <a:spcPts val="0"/>
        </a:spcAft>
        <a:buNone/>
        <a:defRPr sz="2800" b="1">
          <a:solidFill>
            <a:srgbClr val="990000"/>
          </a:solidFill>
          <a:latin typeface="Arial"/>
          <a:ea typeface="Arial"/>
          <a:cs typeface="Arial"/>
        </a:defRPr>
      </a:lvl7pPr>
      <a:lvl8pPr xmlns:a="http://schemas.openxmlformats.org/drawingml/2006/main" marL="1371600" algn="l">
        <a:spcBef>
          <a:spcPts val="0"/>
        </a:spcBef>
        <a:spcAft>
          <a:spcPts val="0"/>
        </a:spcAft>
        <a:buNone/>
        <a:defRPr sz="2800" b="1">
          <a:solidFill>
            <a:srgbClr val="990000"/>
          </a:solidFill>
          <a:latin typeface="Arial"/>
          <a:ea typeface="Arial"/>
          <a:cs typeface="Arial"/>
        </a:defRPr>
      </a:lvl8pPr>
      <a:lvl9pPr xmlns:a="http://schemas.openxmlformats.org/drawingml/2006/main" marL="1828800" algn="l">
        <a:spcBef>
          <a:spcPts val="0"/>
        </a:spcBef>
        <a:spcAft>
          <a:spcPts val="0"/>
        </a:spcAft>
        <a:buNone/>
        <a:defRPr sz="2800" b="1">
          <a:solidFill>
            <a:srgbClr val="99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L="252413" indent="-252413" algn="l">
        <a:lnSpc>
          <a:spcPct val="140000"/>
        </a:lnSpc>
        <a:spcBef>
          <a:spcPts val="0"/>
        </a:spcBef>
        <a:spcAft>
          <a:spcPts val="0"/>
        </a:spcAft>
        <a:buChar char="n"/>
        <a:defRPr sz="1600" b="1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546100" indent="-209550" algn="l">
        <a:lnSpc>
          <a:spcPct val="140000"/>
        </a:lnSpc>
        <a:spcBef>
          <a:spcPts val="0"/>
        </a:spcBef>
        <a:spcAft>
          <a:spcPts val="0"/>
        </a:spcAft>
        <a:buChar char="–"/>
        <a:defRPr sz="19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39788" indent="-168275" algn="l">
        <a:lnSpc>
          <a:spcPct val="140000"/>
        </a:lnSpc>
        <a:spcBef>
          <a:spcPts val="0"/>
        </a:spcBef>
        <a:spcAft>
          <a:spcPts val="0"/>
        </a:spcAft>
        <a:buChar char="•"/>
        <a:defRPr sz="19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174750" indent="-168275" algn="l">
        <a:lnSpc>
          <a:spcPct val="140000"/>
        </a:lnSpc>
        <a:spcBef>
          <a:spcPts val="0"/>
        </a:spcBef>
        <a:spcAft>
          <a:spcPts val="0"/>
        </a:spcAft>
        <a:buChar char="–"/>
        <a:defRPr sz="19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509713" indent="-166688" algn="l">
        <a:lnSpc>
          <a:spcPct val="140000"/>
        </a:lnSpc>
        <a:spcBef>
          <a:spcPts val="0"/>
        </a:spcBef>
        <a:spcAft>
          <a:spcPts val="0"/>
        </a:spcAft>
        <a:buChar char="»"/>
        <a:defRPr sz="19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1966913" indent="-166688" algn="l">
        <a:lnSpc>
          <a:spcPct val="140000"/>
        </a:lnSpc>
        <a:spcBef>
          <a:spcPts val="0"/>
        </a:spcBef>
        <a:spcAft>
          <a:spcPts val="0"/>
        </a:spcAft>
        <a:buChar char="»"/>
        <a:defRPr sz="19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424113" indent="-166688" algn="l">
        <a:lnSpc>
          <a:spcPct val="140000"/>
        </a:lnSpc>
        <a:spcBef>
          <a:spcPts val="0"/>
        </a:spcBef>
        <a:spcAft>
          <a:spcPts val="0"/>
        </a:spcAft>
        <a:buChar char="»"/>
        <a:defRPr sz="19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2881313" indent="-166688" algn="l">
        <a:lnSpc>
          <a:spcPct val="140000"/>
        </a:lnSpc>
        <a:spcBef>
          <a:spcPts val="0"/>
        </a:spcBef>
        <a:spcAft>
          <a:spcPts val="0"/>
        </a:spcAft>
        <a:buChar char="»"/>
        <a:defRPr sz="19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338513" indent="-166688" algn="l">
        <a:lnSpc>
          <a:spcPct val="140000"/>
        </a:lnSpc>
        <a:spcBef>
          <a:spcPts val="0"/>
        </a:spcBef>
        <a:spcAft>
          <a:spcPts val="0"/>
        </a:spcAft>
        <a:buChar char="»"/>
        <a:defRPr sz="19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自定义设计方案">
  <a:themeElements>
    <a:clrScheme name="自定义设计方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自定义设计方案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自定义设计方案 1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dd75441e204be0" /><Relationship Type="http://schemas.openxmlformats.org/officeDocument/2006/relationships/notesSlide" Target="/ppt/notesSlides/notesSlide1.xml" Id="R1c3a80ebecaf47d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72ed88f04214d29" /><Relationship Type="http://schemas.openxmlformats.org/officeDocument/2006/relationships/image" Target="/ppt/media/image5.png" Id="Rfd293489b0b147e0" /><Relationship Type="http://schemas.openxmlformats.org/officeDocument/2006/relationships/image" Target="/ppt/media/image6.png" Id="Rfc38d7bc895a43ba" /><Relationship Type="http://schemas.openxmlformats.org/officeDocument/2006/relationships/notesSlide" Target="/ppt/notesSlides/notesSlide2.xml" Id="R6ed41ac55c1643c4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22" name="Rectangle 4">
            <a:extLst xmlns:a="http://schemas.openxmlformats.org/drawingml/2006/main">
              <a:ext uri="{FF2B5EF4-FFF2-40B4-BE49-F238E27FC236}">
                <a16:creationId xmlns:a16="http://schemas.microsoft.com/office/drawing/2014/main" id="{9CDE6994-6BFE-4D47-89AE-22E53C490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27025"/>
            <a:ext cx="2160588" cy="309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78309" tIns="39153" rIns="78309" bIns="39153">
            <a:spAutoFit/>
          </a:bodyPr>
          <a:lstStyle xmlns:a="http://schemas.openxmlformats.org/drawingml/2006/main">
            <a:lvl1pPr>
              <a:lnSpc>
                <a:spcPct val="140000"/>
              </a:lnSpc>
              <a:buChar char="n"/>
              <a:defRPr sz="16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742950" indent="-285750">
              <a:lnSpc>
                <a:spcPct val="140000"/>
              </a:lnSpc>
              <a:buChar char="–"/>
              <a:defRPr sz="19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1143000" indent="-228600">
              <a:lnSpc>
                <a:spcPct val="140000"/>
              </a:lnSpc>
              <a:buChar char="•"/>
              <a:defRPr sz="19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600200" indent="-228600">
              <a:lnSpc>
                <a:spcPct val="140000"/>
              </a:lnSpc>
              <a:buChar char="–"/>
              <a:defRPr sz="19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2057400" indent="-228600">
              <a:lnSpc>
                <a:spcPct val="140000"/>
              </a:lnSpc>
              <a:buChar char="»"/>
              <a:defRPr sz="19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514600" indent="-22860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har char="»"/>
              <a:defRPr sz="19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971800" indent="-22860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har char="»"/>
              <a:defRPr sz="19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429000" indent="-22860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har char="»"/>
              <a:defRPr sz="19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886200" indent="-22860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har char="»"/>
              <a:defRPr sz="19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500" b="0">
                <a:solidFill>
                  <a:srgbClr val="666666"/>
                </a:solidFill>
                <a:latin typeface="FrutigerNext LT Regular"/>
                <a:ea typeface="FrutigerNext LT Regular"/>
                <a:cs typeface="FrutigerNext LT Regular"/>
              </a:rPr>
              <a:t>Security Level：Internal </a:t>
            </a:r>
          </a:p>
        </p:txBody>
      </p:sp>
      <p:sp>
        <p:nvSpPr>
          <p:cNvPr id="5124" name="Rectangle 6">
            <a:extLst xmlns:a="http://schemas.openxmlformats.org/drawingml/2006/main">
              <a:ext uri="{FF2B5EF4-FFF2-40B4-BE49-F238E27FC236}">
                <a16:creationId xmlns:a16="http://schemas.microsoft.com/office/drawing/2014/main" id="{475F1CE7-CB0D-4DC9-87C2-A64428BBA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368" y="2094674"/>
            <a:ext cx="9577064" cy="18068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82522" tIns="41261" rIns="82522" bIns="41261">
            <a:spAutoFit/>
          </a:bodyPr>
          <a:lstStyle xmlns:a="http://schemas.openxmlformats.org/drawingml/2006/main">
            <a:lvl1pPr>
              <a:lnSpc>
                <a:spcPct val="140000"/>
              </a:lnSpc>
              <a:buChar char="n"/>
              <a:defRPr sz="16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742950" indent="-285750">
              <a:lnSpc>
                <a:spcPct val="140000"/>
              </a:lnSpc>
              <a:buChar char="–"/>
              <a:defRPr sz="19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1143000" indent="-228600">
              <a:lnSpc>
                <a:spcPct val="140000"/>
              </a:lnSpc>
              <a:buChar char="•"/>
              <a:defRPr sz="19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600200" indent="-228600">
              <a:lnSpc>
                <a:spcPct val="140000"/>
              </a:lnSpc>
              <a:buChar char="–"/>
              <a:defRPr sz="19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2057400" indent="-228600">
              <a:lnSpc>
                <a:spcPct val="140000"/>
              </a:lnSpc>
              <a:buChar char="»"/>
              <a:defRPr sz="19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514600" indent="-22860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har char="»"/>
              <a:defRPr sz="19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971800" indent="-22860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har char="»"/>
              <a:defRPr sz="19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429000" indent="-22860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har char="»"/>
              <a:defRPr sz="19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886200" indent="-22860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har char="»"/>
              <a:defRPr sz="19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2800"/>
              <a:t>一种基于双尺度协同感知量化的INT8 RL训推优化方法</a:t>
            </a:r>
          </a:p>
          <a:p xmlns:a="http://schemas.openxmlformats.org/drawingml/2006/main">
            <a:pPr>
              <a:lnSpc>
                <a:spcPct val="100000"/>
              </a:lnSpc>
              <a:buNone/>
            </a:pPr>
          </a:p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2800" b="0">
                <a:latin typeface="微软雅黑"/>
                <a:ea typeface="微软雅黑"/>
                <a:cs typeface="微软雅黑"/>
              </a:rPr>
              <a:t>推理架构项目组</a:t>
            </a:r>
          </a:p>
          <a:p xmlns:a="http://schemas.openxmlformats.org/drawingml/2006/main">
            <a:pPr>
              <a:lnSpc>
                <a:spcPct val="100000"/>
              </a:lnSpc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2105910490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532" name="Rectangle 2">
            <a:extLst xmlns:a="http://schemas.openxmlformats.org/drawingml/2006/main">
              <a:ext uri="{FF2B5EF4-FFF2-40B4-BE49-F238E27FC236}">
                <a16:creationId xmlns:a16="http://schemas.microsoft.com/office/drawing/2014/main" id="{B7511B11-1593-4B94-9DC1-4AADD0451F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79376" y="-35626"/>
            <a:ext cx="11449272" cy="63341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rPr>
                <a:latin typeface="黑体"/>
                <a:ea typeface="黑体"/>
                <a:cs typeface="黑体"/>
              </a:rPr>
              <a:t>双尺度协同感知INT8 RL训推优化方法的技术方案和保护点</a:t>
            </a:r>
          </a:p>
        </p:txBody>
      </p:sp>
      <p:sp>
        <p:nvSpPr>
          <p:cNvPr id="5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3BA95AE8-C2A4-4B46-9F35-32346FA6B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1" y="-200055"/>
            <a:ext cx="184731" cy="4001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none" lIns="91440" tIns="45720" rIns="91440" bIns="45720" anchor="ctr">
            <a:spAutoFit/>
          </a:bodyPr>
          <a:lstStyle xmlns:a="http://schemas.openxmlformats.org/drawingml/2006/main"/>
          <a:p xmlns:a="http://schemas.openxmlformats.org/drawingml/2006/main"/>
        </p:txBody>
      </p:sp>
      <p:pic>
        <p:nvPicPr>
          <p:cNvPr id="22534" name="图片 6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293489b0b147e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31937" y="3496686"/>
            <a:ext cx="6188679" cy="1510311"/>
          </a:xfrm>
          <a:prstGeom xmlns:a="http://schemas.openxmlformats.org/drawingml/2006/main" prst="rect">
            <a:avLst/>
          </a:prstGeom>
        </p:spPr>
      </p:pic>
      <p:pic>
        <p:nvPicPr>
          <p:cNvPr id="22535" name="图片 6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38d7bc895a43b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28928" y="3558143"/>
            <a:ext cx="4756714" cy="1429123"/>
          </a:xfrm>
          <a:prstGeom xmlns:a="http://schemas.openxmlformats.org/drawingml/2006/main" prst="rect">
            <a:avLst/>
          </a:prstGeom>
        </p:spPr>
      </p:pic>
      <p:sp>
        <p:nvSpPr>
          <p:cNvPr id="24584" name="">
            <a:extLst xmlns:a="http://schemas.openxmlformats.org/drawingml/2006/main">
              <a:ext uri="{FF2B5EF4-FFF2-40B4-BE49-F238E27FC236}">
                <a16:creationId xmlns:a16="http://schemas.microsoft.com/office/drawing/2014/main" id="{95E5B676-07ED-45E7-BCA4-4E44183B2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0550"/>
            <a:ext cx="11049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" tIns="19050" rIns="9525" bIns="19050" anchor="ctr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6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本发明涉及低比特强化学习后训练与推理加速的量化优化方法。在RL后训练中，模型需要反复执行rollout生成、log_p计算和策略更新，推理侧W8A8低比特路径在权重、激活与舍入环节引入的数值扰动，会导致训练侧伪量化模拟路径与推理侧真实量化路径分布不一致。针对上述问题，本文将量化尺度建模、舍入误差抑制和敏感层自适应回退统一纳入INT8 RL训推协同优化框架，主体方案如下：</a:t>
            </a:r>
          </a:p>
        </p:txBody>
      </p:sp>
      <p:sp>
        <p:nvSpPr>
          <p:cNvPr id="24585" name="">
            <a:extLst xmlns:a="http://schemas.openxmlformats.org/drawingml/2006/main">
              <a:ext uri="{FF2B5EF4-FFF2-40B4-BE49-F238E27FC236}">
                <a16:creationId xmlns:a16="http://schemas.microsoft.com/office/drawing/2014/main" id="{034EFD3F-7E95-4B30-B448-D46723CF5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066800"/>
            <a:ext cx="1138237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" tIns="19050" rIns="9525" bIns="19050" anchor="ctr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13" b="1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1. 双尺度QAT协同感知：在QAT线性层伪量化路径中联合引入权重侧可学习weight scale与激活侧smooth scale。前者使权重量化步长随训练过程和权重动态范围自适应调整，后者按输入通道对激活与权重进行成对重参数化，将激活侧异常离群值平滑迁移至权重侧，在保持浮点计算等价的前提下降低A8量化动态范围压力。反向传播时，仅在有效量化区间传递梯度，对越界离群值施加边界约束，并按照量化上界与通道规模归一化更新幅度，避免离群值导致scale剧烈跳变和梯度振荡。</a:t>
            </a:r>
          </a:p>
        </p:txBody>
      </p:sp>
      <p:sp>
        <p:nvSpPr>
          <p:cNvPr id="24586" name="">
            <a:extLst xmlns:a="http://schemas.openxmlformats.org/drawingml/2006/main">
              <a:ext uri="{FF2B5EF4-FFF2-40B4-BE49-F238E27FC236}">
                <a16:creationId xmlns:a16="http://schemas.microsoft.com/office/drawing/2014/main" id="{45474F61-587A-48B2-AAEA-7BAEF1214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733550"/>
            <a:ext cx="113823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" tIns="19050" rIns="9525" bIns="19050" anchor="ctr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13" b="1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2. 哈希随机舍入：针对传统最近邻舍入会产生固定方向偏差、长序列rollout中误差容易累积的问题，将待量化数值的比特内容映射为确定性伪随机数，并与量化前小数残差比较确定向上或向下舍入方向。该机制使单次舍入误差在统计意义上趋于无偏，同时由于伪随机数由输入数值本身确定，训练侧伪量化与推理侧真实量化在相同输入下保持一致舍入结果，减少随机性造成的训推不一致。</a:t>
            </a:r>
          </a:p>
        </p:txBody>
      </p:sp>
      <p:sp>
        <p:nvSpPr>
          <p:cNvPr id="24587" name="">
            <a:extLst xmlns:a="http://schemas.openxmlformats.org/drawingml/2006/main">
              <a:ext uri="{FF2B5EF4-FFF2-40B4-BE49-F238E27FC236}">
                <a16:creationId xmlns:a16="http://schemas.microsoft.com/office/drawing/2014/main" id="{F52ED1E3-4A93-4F49-A3B9-8CFB22A41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219325"/>
            <a:ext cx="1138237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" tIns="19050" rIns="9525" bIns="19050" anchor="ctr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13" b="1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3. 敏感层自适应回退：考虑不同层对INT8量化误差的敏感度存在显著差异，训练过程中实时统计各层权重和激活在伪量化前后的累计误差，并通过动量更新方式形成稳定的层级敏感度分数。对于连续多轮处于高误差区间的关键层，自动切换至更高精度路径执行rollout计算，从结构层面抑制敏感层量化噪声对策略分布的放大效应，在尽量保留INT8加速收益的同时提升低比特RL训练稳定性。</a:t>
            </a:r>
          </a:p>
        </p:txBody>
      </p:sp>
      <p:sp>
        <p:nvSpPr>
          <p:cNvPr id="24588" name="">
            <a:extLst xmlns:a="http://schemas.openxmlformats.org/drawingml/2006/main">
              <a:ext uri="{FF2B5EF4-FFF2-40B4-BE49-F238E27FC236}">
                <a16:creationId xmlns:a16="http://schemas.microsoft.com/office/drawing/2014/main" id="{8FC21B59-DC1B-46DD-89BD-8039D996F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857500"/>
            <a:ext cx="11572875" cy="2152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111111"/>
            </a:solidFill>
            <a:prstDash val="solid"/>
          </a:ln>
        </p:spPr>
        <p:txBody>
          <a:bodyPr xmlns:a="http://schemas.openxmlformats.org/drawingml/2006/main" lIns="57150" tIns="47625" rIns="57150" bIns="47625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4589" name="">
            <a:extLst xmlns:a="http://schemas.openxmlformats.org/drawingml/2006/main">
              <a:ext uri="{FF2B5EF4-FFF2-40B4-BE49-F238E27FC236}">
                <a16:creationId xmlns:a16="http://schemas.microsoft.com/office/drawing/2014/main" id="{CB7E3162-0520-4CAD-8B0C-7A0C7890B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857500"/>
            <a:ext cx="115728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10478">
            <a:solidFill>
              <a:srgbClr val="111111"/>
            </a:solidFill>
            <a:prstDash val="solid"/>
          </a:ln>
        </p:spPr>
        <p:txBody>
          <a:bodyPr xmlns:a="http://schemas.openxmlformats.org/drawingml/2006/main" lIns="57150" tIns="47625" rIns="57150" bIns="47625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三类主题方案：双尺度QAT建模、哈希舍入抑偏、敏感层自适应回退</a:t>
            </a:r>
          </a:p>
        </p:txBody>
      </p:sp>
      <p:sp>
        <p:nvSpPr>
          <p:cNvPr id="24590" name="">
            <a:extLst xmlns:a="http://schemas.openxmlformats.org/drawingml/2006/main">
              <a:ext uri="{FF2B5EF4-FFF2-40B4-BE49-F238E27FC236}">
                <a16:creationId xmlns:a16="http://schemas.microsoft.com/office/drawing/2014/main" id="{98D596A9-FCC0-4B5E-A82B-1D11673A8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19450"/>
            <a:ext cx="3648075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F"/>
          </a:solidFill>
          <a:ln xmlns:a="http://schemas.openxmlformats.org/drawingml/2006/main" w="10478">
            <a:solidFill>
              <a:srgbClr val="2F5597"/>
            </a:solidFill>
            <a:prstDash val="solid"/>
          </a:ln>
        </p:spPr>
        <p:txBody>
          <a:bodyPr xmlns:a="http://schemas.openxmlformats.org/drawingml/2006/main" lIns="57150" tIns="47625" rIns="57150" bIns="47625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4591" name="">
            <a:extLst xmlns:a="http://schemas.openxmlformats.org/drawingml/2006/main">
              <a:ext uri="{FF2B5EF4-FFF2-40B4-BE49-F238E27FC236}">
                <a16:creationId xmlns:a16="http://schemas.microsoft.com/office/drawing/2014/main" id="{5088D8E0-6ED5-4C5F-852E-3B945D37D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14700"/>
            <a:ext cx="34194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C"/>
          </a:solidFill>
          <a:ln xmlns:a="http://schemas.openxmlformats.org/drawingml/2006/main" w="10478">
            <a:solidFill>
              <a:srgbClr val="2F5597"/>
            </a:solidFill>
            <a:prstDash val="solid"/>
          </a:ln>
        </p:spPr>
        <p:txBody>
          <a:bodyPr xmlns:a="http://schemas.openxmlformats.org/drawingml/2006/main" lIns="57150" tIns="47625" rIns="57150" bIns="47625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B4F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0B4F9C"/>
                </a:solidFill>
                <a:latin typeface="Microsoft YaHei"/>
                <a:ea typeface="Microsoft YaHei"/>
                <a:cs typeface="Microsoft YaHei"/>
              </a:rPr>
              <a:t>1. 双尺度QAT协同感知</a:t>
            </a:r>
          </a:p>
        </p:txBody>
      </p:sp>
      <p:sp>
        <p:nvSpPr>
          <p:cNvPr id="24592" name="">
            <a:extLst xmlns:a="http://schemas.openxmlformats.org/drawingml/2006/main">
              <a:ext uri="{FF2B5EF4-FFF2-40B4-BE49-F238E27FC236}">
                <a16:creationId xmlns:a16="http://schemas.microsoft.com/office/drawing/2014/main" id="{5F0EB523-58CA-4951-AB64-D59FB7E5E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95700"/>
            <a:ext cx="876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2F5597"/>
            </a:solidFill>
            <a:prstDash val="solid"/>
          </a:ln>
        </p:spPr>
        <p:txBody>
          <a:bodyPr xmlns:a="http://schemas.openxmlformats.org/drawingml/2006/main" lIns="57150" tIns="47625" rIns="57150" bIns="47625" anchor="ctr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13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weight scale</a:t>
            </a:r>
          </a:p>
          <a:p xmlns:a="http://schemas.openxmlformats.org/drawingml/2006/main">
            <a:pPr algn="ctr">
              <a:defRPr sz="713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13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跟踪权重网格</a:t>
            </a:r>
          </a:p>
        </p:txBody>
      </p:sp>
      <p:sp>
        <p:nvSpPr>
          <p:cNvPr id="24593" name="">
            <a:extLst xmlns:a="http://schemas.openxmlformats.org/drawingml/2006/main">
              <a:ext uri="{FF2B5EF4-FFF2-40B4-BE49-F238E27FC236}">
                <a16:creationId xmlns:a16="http://schemas.microsoft.com/office/drawing/2014/main" id="{C3EC67C1-9079-44E2-9D64-05BA64347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790950"/>
            <a:ext cx="209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" tIns="19050" rIns="9525" bIns="1905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F55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F5597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4594" name="">
            <a:extLst xmlns:a="http://schemas.openxmlformats.org/drawingml/2006/main">
              <a:ext uri="{FF2B5EF4-FFF2-40B4-BE49-F238E27FC236}">
                <a16:creationId xmlns:a16="http://schemas.microsoft.com/office/drawing/2014/main" id="{AC56851B-001E-43D8-9D5F-D8266822B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695700"/>
            <a:ext cx="876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CC"/>
          </a:solidFill>
          <a:ln xmlns:a="http://schemas.openxmlformats.org/drawingml/2006/main" w="10478">
            <a:solidFill>
              <a:srgbClr val="BF9000"/>
            </a:solidFill>
            <a:prstDash val="solid"/>
          </a:ln>
        </p:spPr>
        <p:txBody>
          <a:bodyPr xmlns:a="http://schemas.openxmlformats.org/drawingml/2006/main" lIns="57150" tIns="47625" rIns="57150" bIns="47625" anchor="ctr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13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smooth scale</a:t>
            </a:r>
          </a:p>
          <a:p xmlns:a="http://schemas.openxmlformats.org/drawingml/2006/main">
            <a:pPr algn="ctr">
              <a:defRPr sz="713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13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平滑激活离群值</a:t>
            </a:r>
          </a:p>
        </p:txBody>
      </p:sp>
      <p:sp>
        <p:nvSpPr>
          <p:cNvPr id="24595" name="">
            <a:extLst xmlns:a="http://schemas.openxmlformats.org/drawingml/2006/main">
              <a:ext uri="{FF2B5EF4-FFF2-40B4-BE49-F238E27FC236}">
                <a16:creationId xmlns:a16="http://schemas.microsoft.com/office/drawing/2014/main" id="{0082503E-5B79-4CF1-A57E-FE513A2C4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790950"/>
            <a:ext cx="209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" tIns="19050" rIns="9525" bIns="1905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F55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F5597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4596" name="">
            <a:extLst xmlns:a="http://schemas.openxmlformats.org/drawingml/2006/main">
              <a:ext uri="{FF2B5EF4-FFF2-40B4-BE49-F238E27FC236}">
                <a16:creationId xmlns:a16="http://schemas.microsoft.com/office/drawing/2014/main" id="{A706B12E-F81F-4C0E-AB5D-C57275445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695700"/>
            <a:ext cx="857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2F5597"/>
            </a:solidFill>
            <a:prstDash val="solid"/>
          </a:ln>
        </p:spPr>
        <p:txBody>
          <a:bodyPr xmlns:a="http://schemas.openxmlformats.org/drawingml/2006/main" lIns="57150" tIns="47625" rIns="57150" bIns="47625" anchor="ctr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13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x/s, W*s</a:t>
            </a:r>
          </a:p>
          <a:p xmlns:a="http://schemas.openxmlformats.org/drawingml/2006/main">
            <a:pPr algn="ctr">
              <a:defRPr sz="713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13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伪量化</a:t>
            </a:r>
          </a:p>
        </p:txBody>
      </p:sp>
      <p:sp>
        <p:nvSpPr>
          <p:cNvPr id="24597" name="">
            <a:extLst xmlns:a="http://schemas.openxmlformats.org/drawingml/2006/main">
              <a:ext uri="{FF2B5EF4-FFF2-40B4-BE49-F238E27FC236}">
                <a16:creationId xmlns:a16="http://schemas.microsoft.com/office/drawing/2014/main" id="{51E8E164-DDAE-4F57-BFF4-FC8E79F4A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29100"/>
            <a:ext cx="1466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2F5597"/>
            </a:solidFill>
            <a:prstDash val="solid"/>
          </a:ln>
        </p:spPr>
        <p:txBody>
          <a:bodyPr xmlns:a="http://schemas.openxmlformats.org/drawingml/2006/main" lIns="57150" tIns="47625" rIns="57150" bIns="47625" anchor="ctr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有效区间传梯度</a:t>
            </a:r>
          </a:p>
          <a:p xmlns:a="http://schemas.openxmlformats.org/drawingml/2006/main">
            <a:pPr algn="ctr">
              <a:defRPr sz="6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越界值受边界约束</a:t>
            </a:r>
          </a:p>
        </p:txBody>
      </p:sp>
      <p:sp>
        <p:nvSpPr>
          <p:cNvPr id="24598" name="">
            <a:extLst xmlns:a="http://schemas.openxmlformats.org/drawingml/2006/main">
              <a:ext uri="{FF2B5EF4-FFF2-40B4-BE49-F238E27FC236}">
                <a16:creationId xmlns:a16="http://schemas.microsoft.com/office/drawing/2014/main" id="{3ED0DEB7-7875-46B6-AE1C-6AFC13E22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1225" y="4333875"/>
            <a:ext cx="209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" tIns="19050" rIns="9525" bIns="1905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F55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F5597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4599" name="">
            <a:extLst xmlns:a="http://schemas.openxmlformats.org/drawingml/2006/main">
              <a:ext uri="{FF2B5EF4-FFF2-40B4-BE49-F238E27FC236}">
                <a16:creationId xmlns:a16="http://schemas.microsoft.com/office/drawing/2014/main" id="{B13F5E7B-D442-41A6-96C1-2E8694B62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4229100"/>
            <a:ext cx="13906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C"/>
          </a:solidFill>
          <a:ln xmlns:a="http://schemas.openxmlformats.org/drawingml/2006/main" w="10478">
            <a:solidFill>
              <a:srgbClr val="2F5597"/>
            </a:solidFill>
            <a:prstDash val="solid"/>
          </a:ln>
        </p:spPr>
        <p:txBody>
          <a:bodyPr xmlns:a="http://schemas.openxmlformats.org/drawingml/2006/main" lIns="57150" tIns="47625" rIns="57150" bIns="47625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按量化上界/通道规模</a:t>
            </a:r>
          </a:p>
          <a:p xmlns:a="http://schemas.openxmlformats.org/drawingml/2006/main">
            <a:pPr algn="ctr">
              <a:defRPr sz="6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归一化更新幅度</a:t>
            </a:r>
          </a:p>
        </p:txBody>
      </p:sp>
      <p:sp>
        <p:nvSpPr>
          <p:cNvPr id="24600" name="">
            <a:extLst xmlns:a="http://schemas.openxmlformats.org/drawingml/2006/main">
              <a:ext uri="{FF2B5EF4-FFF2-40B4-BE49-F238E27FC236}">
                <a16:creationId xmlns:a16="http://schemas.microsoft.com/office/drawing/2014/main" id="{0613203C-1C51-4065-8796-34F726C96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686300"/>
            <a:ext cx="2571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" tIns="19050" rIns="9525" bIns="19050" anchor="ctr"/>
          <a:lstStyle xmlns:a="http://schemas.openxmlformats.org/drawingml/2006/main"/>
          <a:p xmlns:a="http://schemas.openxmlformats.org/drawingml/2006/main">
            <a:pPr algn="ctr">
              <a:defRPr sz="638" b="1">
                <a:solidFill>
                  <a:srgbClr val="0B4F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8" b="1">
                <a:solidFill>
                  <a:srgbClr val="0B4F9C"/>
                </a:solidFill>
                <a:latin typeface="Microsoft YaHei"/>
                <a:ea typeface="Microsoft YaHei"/>
                <a:cs typeface="Microsoft YaHei"/>
              </a:rPr>
              <a:t>目标：抑制离群值导致的量化网格跳变与梯度振荡</a:t>
            </a:r>
          </a:p>
        </p:txBody>
      </p:sp>
      <p:sp>
        <p:nvSpPr>
          <p:cNvPr id="24601" name="">
            <a:extLst xmlns:a="http://schemas.openxmlformats.org/drawingml/2006/main">
              <a:ext uri="{FF2B5EF4-FFF2-40B4-BE49-F238E27FC236}">
                <a16:creationId xmlns:a16="http://schemas.microsoft.com/office/drawing/2014/main" id="{C12F361A-33FA-479D-9627-03FED4A09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3219450"/>
            <a:ext cx="3648075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8"/>
          </a:solidFill>
          <a:ln xmlns:a="http://schemas.openxmlformats.org/drawingml/2006/main" w="10478">
            <a:solidFill>
              <a:srgbClr val="BF9000"/>
            </a:solidFill>
            <a:prstDash val="solid"/>
          </a:ln>
        </p:spPr>
        <p:txBody>
          <a:bodyPr xmlns:a="http://schemas.openxmlformats.org/drawingml/2006/main" lIns="57150" tIns="47625" rIns="57150" bIns="47625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4602" name="">
            <a:extLst xmlns:a="http://schemas.openxmlformats.org/drawingml/2006/main">
              <a:ext uri="{FF2B5EF4-FFF2-40B4-BE49-F238E27FC236}">
                <a16:creationId xmlns:a16="http://schemas.microsoft.com/office/drawing/2014/main" id="{195872E2-6F43-4A3F-8C50-96452D10F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3314700"/>
            <a:ext cx="34194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CC"/>
          </a:solidFill>
          <a:ln xmlns:a="http://schemas.openxmlformats.org/drawingml/2006/main" w="10478">
            <a:solidFill>
              <a:srgbClr val="BF9000"/>
            </a:solidFill>
            <a:prstDash val="solid"/>
          </a:ln>
        </p:spPr>
        <p:txBody>
          <a:bodyPr xmlns:a="http://schemas.openxmlformats.org/drawingml/2006/main" lIns="57150" tIns="47625" rIns="57150" bIns="47625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8A62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8A6200"/>
                </a:solidFill>
                <a:latin typeface="Microsoft YaHei"/>
                <a:ea typeface="Microsoft YaHei"/>
                <a:cs typeface="Microsoft YaHei"/>
              </a:rPr>
              <a:t>2. 哈希随机舍入误差抑制</a:t>
            </a:r>
          </a:p>
        </p:txBody>
      </p:sp>
      <p:sp>
        <p:nvSpPr>
          <p:cNvPr id="24603" name="">
            <a:extLst xmlns:a="http://schemas.openxmlformats.org/drawingml/2006/main">
              <a:ext uri="{FF2B5EF4-FFF2-40B4-BE49-F238E27FC236}">
                <a16:creationId xmlns:a16="http://schemas.microsoft.com/office/drawing/2014/main" id="{66849945-11BC-43F9-ADAB-BF65C57F5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3695700"/>
            <a:ext cx="781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BF9000"/>
            </a:solidFill>
            <a:prstDash val="solid"/>
          </a:ln>
        </p:spPr>
        <p:txBody>
          <a:bodyPr xmlns:a="http://schemas.openxmlformats.org/drawingml/2006/main" lIns="57150" tIns="47625" rIns="57150" bIns="47625" anchor="ctr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13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浮点值</a:t>
            </a:r>
          </a:p>
          <a:p xmlns:a="http://schemas.openxmlformats.org/drawingml/2006/main">
            <a:pPr algn="ctr">
              <a:defRPr sz="713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13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小数残差</a:t>
            </a:r>
          </a:p>
        </p:txBody>
      </p:sp>
      <p:sp>
        <p:nvSpPr>
          <p:cNvPr id="24604" name="">
            <a:extLst xmlns:a="http://schemas.openxmlformats.org/drawingml/2006/main">
              <a:ext uri="{FF2B5EF4-FFF2-40B4-BE49-F238E27FC236}">
                <a16:creationId xmlns:a16="http://schemas.microsoft.com/office/drawing/2014/main" id="{1F502B36-1AE8-4F8A-823A-431A893F1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3790950"/>
            <a:ext cx="209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" tIns="19050" rIns="9525" bIns="1905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8A62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8A6200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4605" name="">
            <a:extLst xmlns:a="http://schemas.openxmlformats.org/drawingml/2006/main">
              <a:ext uri="{FF2B5EF4-FFF2-40B4-BE49-F238E27FC236}">
                <a16:creationId xmlns:a16="http://schemas.microsoft.com/office/drawing/2014/main" id="{972EC5E5-4AF4-4197-AB93-AF633FF7D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4025" y="3695700"/>
            <a:ext cx="9334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BF9000"/>
            </a:solidFill>
            <a:prstDash val="solid"/>
          </a:ln>
        </p:spPr>
        <p:txBody>
          <a:bodyPr xmlns:a="http://schemas.openxmlformats.org/drawingml/2006/main" lIns="57150" tIns="47625" rIns="57150" bIns="47625" anchor="ctr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13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比特哈希</a:t>
            </a:r>
          </a:p>
          <a:p xmlns:a="http://schemas.openxmlformats.org/drawingml/2006/main">
            <a:pPr algn="ctr">
              <a:defRPr sz="713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13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生成u</a:t>
            </a:r>
          </a:p>
        </p:txBody>
      </p:sp>
      <p:sp>
        <p:nvSpPr>
          <p:cNvPr id="24606" name="">
            <a:extLst xmlns:a="http://schemas.openxmlformats.org/drawingml/2006/main">
              <a:ext uri="{FF2B5EF4-FFF2-40B4-BE49-F238E27FC236}">
                <a16:creationId xmlns:a16="http://schemas.microsoft.com/office/drawing/2014/main" id="{AE2DCA37-61F8-47AF-B48F-E547E9C8D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3790950"/>
            <a:ext cx="209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" tIns="19050" rIns="9525" bIns="1905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8A62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8A6200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4607" name="">
            <a:extLst xmlns:a="http://schemas.openxmlformats.org/drawingml/2006/main">
              <a:ext uri="{FF2B5EF4-FFF2-40B4-BE49-F238E27FC236}">
                <a16:creationId xmlns:a16="http://schemas.microsoft.com/office/drawing/2014/main" id="{BED806EB-2649-405E-9373-14558CCD4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3695700"/>
            <a:ext cx="8953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CC"/>
          </a:solidFill>
          <a:ln xmlns:a="http://schemas.openxmlformats.org/drawingml/2006/main" w="10478">
            <a:solidFill>
              <a:srgbClr val="BF9000"/>
            </a:solidFill>
            <a:prstDash val="solid"/>
          </a:ln>
        </p:spPr>
        <p:txBody>
          <a:bodyPr xmlns:a="http://schemas.openxmlformats.org/drawingml/2006/main" lIns="57150" tIns="47625" rIns="57150" bIns="47625" anchor="ctr"/>
          <a:lstStyle xmlns:a="http://schemas.openxmlformats.org/drawingml/2006/main"/>
          <a:p xmlns:a="http://schemas.openxmlformats.org/drawingml/2006/main">
            <a:pPr algn="ctr">
              <a:defRPr sz="69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比较u与残差</a:t>
            </a:r>
          </a:p>
          <a:p xmlns:a="http://schemas.openxmlformats.org/drawingml/2006/main">
            <a:pPr algn="ctr">
              <a:defRPr sz="69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决定舍入</a:t>
            </a:r>
          </a:p>
        </p:txBody>
      </p:sp>
      <p:sp>
        <p:nvSpPr>
          <p:cNvPr id="24608" name="">
            <a:extLst xmlns:a="http://schemas.openxmlformats.org/drawingml/2006/main">
              <a:ext uri="{FF2B5EF4-FFF2-40B4-BE49-F238E27FC236}">
                <a16:creationId xmlns:a16="http://schemas.microsoft.com/office/drawing/2014/main" id="{990EB3EA-7869-4D7C-BD44-8400CBA65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4229100"/>
            <a:ext cx="1428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BF9000"/>
            </a:solidFill>
            <a:prstDash val="solid"/>
          </a:ln>
        </p:spPr>
        <p:txBody>
          <a:bodyPr xmlns:a="http://schemas.openxmlformats.org/drawingml/2006/main" lIns="57150" tIns="47625" rIns="57150" bIns="47625" anchor="ctr"/>
          <a:lstStyle xmlns:a="http://schemas.openxmlformats.org/drawingml/2006/main"/>
          <a:p xmlns:a="http://schemas.openxmlformats.org/drawingml/2006/main">
            <a:pPr algn="ctr">
              <a:defRPr sz="69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相同输入</a:t>
            </a:r>
          </a:p>
          <a:p xmlns:a="http://schemas.openxmlformats.org/drawingml/2006/main">
            <a:pPr algn="ctr">
              <a:defRPr sz="69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训练/推理舍入一致</a:t>
            </a:r>
          </a:p>
        </p:txBody>
      </p:sp>
      <p:sp>
        <p:nvSpPr>
          <p:cNvPr id="24609" name="">
            <a:extLst xmlns:a="http://schemas.openxmlformats.org/drawingml/2006/main">
              <a:ext uri="{FF2B5EF4-FFF2-40B4-BE49-F238E27FC236}">
                <a16:creationId xmlns:a16="http://schemas.microsoft.com/office/drawing/2014/main" id="{21F62197-D949-4CE7-AEF5-EE8F519B0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333875"/>
            <a:ext cx="209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" tIns="19050" rIns="9525" bIns="1905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8A62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8A6200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4610" name="">
            <a:extLst xmlns:a="http://schemas.openxmlformats.org/drawingml/2006/main">
              <a:ext uri="{FF2B5EF4-FFF2-40B4-BE49-F238E27FC236}">
                <a16:creationId xmlns:a16="http://schemas.microsoft.com/office/drawing/2014/main" id="{644169CE-CE39-45A4-8C4A-4183E7557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4229100"/>
            <a:ext cx="1428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CC"/>
          </a:solidFill>
          <a:ln xmlns:a="http://schemas.openxmlformats.org/drawingml/2006/main" w="10478">
            <a:solidFill>
              <a:srgbClr val="BF9000"/>
            </a:solidFill>
            <a:prstDash val="solid"/>
          </a:ln>
        </p:spPr>
        <p:txBody>
          <a:bodyPr xmlns:a="http://schemas.openxmlformats.org/drawingml/2006/main" lIns="57150" tIns="47625" rIns="57150" bIns="47625" anchor="ctr"/>
          <a:lstStyle xmlns:a="http://schemas.openxmlformats.org/drawingml/2006/main"/>
          <a:p xmlns:a="http://schemas.openxmlformats.org/drawingml/2006/main">
            <a:pPr algn="ctr">
              <a:defRPr sz="69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误差期望趋零</a:t>
            </a:r>
          </a:p>
          <a:p xmlns:a="http://schemas.openxmlformats.org/drawingml/2006/main">
            <a:pPr algn="ctr">
              <a:defRPr sz="69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削弱系统性偏置</a:t>
            </a:r>
          </a:p>
        </p:txBody>
      </p:sp>
      <p:sp>
        <p:nvSpPr>
          <p:cNvPr id="24611" name="">
            <a:extLst xmlns:a="http://schemas.openxmlformats.org/drawingml/2006/main">
              <a:ext uri="{FF2B5EF4-FFF2-40B4-BE49-F238E27FC236}">
                <a16:creationId xmlns:a16="http://schemas.microsoft.com/office/drawing/2014/main" id="{0AFFE918-2A54-4210-A498-C35B7F8AC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4686300"/>
            <a:ext cx="2381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" tIns="19050" rIns="9525" bIns="19050" anchor="ctr"/>
          <a:lstStyle xmlns:a="http://schemas.openxmlformats.org/drawingml/2006/main"/>
          <a:p xmlns:a="http://schemas.openxmlformats.org/drawingml/2006/main">
            <a:pPr algn="ctr">
              <a:defRPr sz="638" b="1">
                <a:solidFill>
                  <a:srgbClr val="8A62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8" b="1">
                <a:solidFill>
                  <a:srgbClr val="8A6200"/>
                </a:solidFill>
                <a:latin typeface="Microsoft YaHei"/>
                <a:ea typeface="Microsoft YaHei"/>
                <a:cs typeface="Microsoft YaHei"/>
              </a:rPr>
              <a:t>目标：长序列rollout中不累积固定方向舍入误差</a:t>
            </a:r>
          </a:p>
        </p:txBody>
      </p:sp>
      <p:sp>
        <p:nvSpPr>
          <p:cNvPr id="24612" name="">
            <a:extLst xmlns:a="http://schemas.openxmlformats.org/drawingml/2006/main">
              <a:ext uri="{FF2B5EF4-FFF2-40B4-BE49-F238E27FC236}">
                <a16:creationId xmlns:a16="http://schemas.microsoft.com/office/drawing/2014/main" id="{2960814B-47AD-4488-9FB6-FAFB1BBE9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219450"/>
            <a:ext cx="3648075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F0"/>
          </a:solidFill>
          <a:ln xmlns:a="http://schemas.openxmlformats.org/drawingml/2006/main" w="10478">
            <a:solidFill>
              <a:srgbClr val="C00000"/>
            </a:solidFill>
            <a:prstDash val="solid"/>
          </a:ln>
        </p:spPr>
        <p:txBody>
          <a:bodyPr xmlns:a="http://schemas.openxmlformats.org/drawingml/2006/main" lIns="57150" tIns="47625" rIns="57150" bIns="47625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4613" name="">
            <a:extLst xmlns:a="http://schemas.openxmlformats.org/drawingml/2006/main">
              <a:ext uri="{FF2B5EF4-FFF2-40B4-BE49-F238E27FC236}">
                <a16:creationId xmlns:a16="http://schemas.microsoft.com/office/drawing/2014/main" id="{65004F28-5D10-4472-BA76-2EE601D72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314700"/>
            <a:ext cx="34194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4D6"/>
          </a:solidFill>
          <a:ln xmlns:a="http://schemas.openxmlformats.org/drawingml/2006/main" w="10478">
            <a:solidFill>
              <a:srgbClr val="C00000"/>
            </a:solidFill>
            <a:prstDash val="solid"/>
          </a:ln>
        </p:spPr>
        <p:txBody>
          <a:bodyPr xmlns:a="http://schemas.openxmlformats.org/drawingml/2006/main" lIns="57150" tIns="47625" rIns="57150" bIns="47625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9C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9C0000"/>
                </a:solidFill>
                <a:latin typeface="Microsoft YaHei"/>
                <a:ea typeface="Microsoft YaHei"/>
                <a:cs typeface="Microsoft YaHei"/>
              </a:rPr>
              <a:t>3. 敏感层精度自适应回退</a:t>
            </a:r>
          </a:p>
        </p:txBody>
      </p:sp>
      <p:sp>
        <p:nvSpPr>
          <p:cNvPr id="24614" name="">
            <a:extLst xmlns:a="http://schemas.openxmlformats.org/drawingml/2006/main">
              <a:ext uri="{FF2B5EF4-FFF2-40B4-BE49-F238E27FC236}">
                <a16:creationId xmlns:a16="http://schemas.microsoft.com/office/drawing/2014/main" id="{18657D87-0186-45D8-80AC-D96C3FD13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695700"/>
            <a:ext cx="9144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00000"/>
            </a:solidFill>
            <a:prstDash val="solid"/>
          </a:ln>
        </p:spPr>
        <p:txBody>
          <a:bodyPr xmlns:a="http://schemas.openxmlformats.org/drawingml/2006/main" lIns="57150" tIns="47625" rIns="57150" bIns="47625" anchor="ctr"/>
          <a:lstStyle xmlns:a="http://schemas.openxmlformats.org/drawingml/2006/main"/>
          <a:p xmlns:a="http://schemas.openxmlformats.org/drawingml/2006/main">
            <a:pPr algn="ctr">
              <a:defRPr sz="69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实时统计</a:t>
            </a:r>
          </a:p>
          <a:p xmlns:a="http://schemas.openxmlformats.org/drawingml/2006/main">
            <a:pPr algn="ctr">
              <a:defRPr sz="69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层级量化误差</a:t>
            </a:r>
          </a:p>
        </p:txBody>
      </p:sp>
      <p:sp>
        <p:nvSpPr>
          <p:cNvPr id="24615" name="">
            <a:extLst xmlns:a="http://schemas.openxmlformats.org/drawingml/2006/main">
              <a:ext uri="{FF2B5EF4-FFF2-40B4-BE49-F238E27FC236}">
                <a16:creationId xmlns:a16="http://schemas.microsoft.com/office/drawing/2014/main" id="{62FF9CB2-9791-4972-9BC3-9D44AB5B6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790950"/>
            <a:ext cx="209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" tIns="19050" rIns="9525" bIns="1905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9C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9C0000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4616" name="">
            <a:extLst xmlns:a="http://schemas.openxmlformats.org/drawingml/2006/main">
              <a:ext uri="{FF2B5EF4-FFF2-40B4-BE49-F238E27FC236}">
                <a16:creationId xmlns:a16="http://schemas.microsoft.com/office/drawing/2014/main" id="{C3D7AD51-DCCC-4B95-852D-634ADF603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695700"/>
            <a:ext cx="9144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00000"/>
            </a:solidFill>
            <a:prstDash val="solid"/>
          </a:ln>
        </p:spPr>
        <p:txBody>
          <a:bodyPr xmlns:a="http://schemas.openxmlformats.org/drawingml/2006/main" lIns="57150" tIns="47625" rIns="57150" bIns="47625" anchor="ctr"/>
          <a:lstStyle xmlns:a="http://schemas.openxmlformats.org/drawingml/2006/main"/>
          <a:p xmlns:a="http://schemas.openxmlformats.org/drawingml/2006/main">
            <a:pPr algn="ctr">
              <a:defRPr sz="69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动量更新</a:t>
            </a:r>
          </a:p>
          <a:p xmlns:a="http://schemas.openxmlformats.org/drawingml/2006/main">
            <a:pPr algn="ctr">
              <a:defRPr sz="69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敏感度分数</a:t>
            </a:r>
          </a:p>
        </p:txBody>
      </p:sp>
      <p:sp>
        <p:nvSpPr>
          <p:cNvPr id="24617" name="">
            <a:extLst xmlns:a="http://schemas.openxmlformats.org/drawingml/2006/main">
              <a:ext uri="{FF2B5EF4-FFF2-40B4-BE49-F238E27FC236}">
                <a16:creationId xmlns:a16="http://schemas.microsoft.com/office/drawing/2014/main" id="{EC6B97AD-2FC6-4E57-B439-B0DB84439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3790950"/>
            <a:ext cx="209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" tIns="19050" rIns="9525" bIns="1905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9C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9C0000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4618" name="">
            <a:extLst xmlns:a="http://schemas.openxmlformats.org/drawingml/2006/main">
              <a:ext uri="{FF2B5EF4-FFF2-40B4-BE49-F238E27FC236}">
                <a16:creationId xmlns:a16="http://schemas.microsoft.com/office/drawing/2014/main" id="{590DF1CA-CB96-4546-B263-F48208824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695700"/>
            <a:ext cx="800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4D6"/>
          </a:solidFill>
          <a:ln xmlns:a="http://schemas.openxmlformats.org/drawingml/2006/main" w="10478">
            <a:solidFill>
              <a:srgbClr val="C00000"/>
            </a:solidFill>
            <a:prstDash val="solid"/>
          </a:ln>
        </p:spPr>
        <p:txBody>
          <a:bodyPr xmlns:a="http://schemas.openxmlformats.org/drawingml/2006/main" lIns="57150" tIns="47625" rIns="57150" bIns="47625" anchor="ctr"/>
          <a:lstStyle xmlns:a="http://schemas.openxmlformats.org/drawingml/2006/main"/>
          <a:p xmlns:a="http://schemas.openxmlformats.org/drawingml/2006/main">
            <a:pPr algn="ctr">
              <a:defRPr sz="69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阈值判定</a:t>
            </a:r>
          </a:p>
          <a:p xmlns:a="http://schemas.openxmlformats.org/drawingml/2006/main">
            <a:pPr algn="ctr">
              <a:defRPr sz="69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高敏感层</a:t>
            </a:r>
          </a:p>
        </p:txBody>
      </p:sp>
      <p:sp>
        <p:nvSpPr>
          <p:cNvPr id="24619" name="">
            <a:extLst xmlns:a="http://schemas.openxmlformats.org/drawingml/2006/main">
              <a:ext uri="{FF2B5EF4-FFF2-40B4-BE49-F238E27FC236}">
                <a16:creationId xmlns:a16="http://schemas.microsoft.com/office/drawing/2014/main" id="{CFE59B8D-8764-4207-96CD-3D3280AC1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229100"/>
            <a:ext cx="1428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00000"/>
            </a:solidFill>
            <a:prstDash val="solid"/>
          </a:ln>
        </p:spPr>
        <p:txBody>
          <a:bodyPr xmlns:a="http://schemas.openxmlformats.org/drawingml/2006/main" lIns="57150" tIns="47625" rIns="57150" bIns="47625" anchor="ctr"/>
          <a:lstStyle xmlns:a="http://schemas.openxmlformats.org/drawingml/2006/main"/>
          <a:p xmlns:a="http://schemas.openxmlformats.org/drawingml/2006/main">
            <a:pPr algn="ctr">
              <a:defRPr sz="69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Attention等关键层</a:t>
            </a:r>
          </a:p>
          <a:p xmlns:a="http://schemas.openxmlformats.org/drawingml/2006/main">
            <a:pPr algn="ctr">
              <a:defRPr sz="69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保持高精度路径</a:t>
            </a:r>
          </a:p>
        </p:txBody>
      </p:sp>
      <p:sp>
        <p:nvSpPr>
          <p:cNvPr id="24620" name="">
            <a:extLst xmlns:a="http://schemas.openxmlformats.org/drawingml/2006/main">
              <a:ext uri="{FF2B5EF4-FFF2-40B4-BE49-F238E27FC236}">
                <a16:creationId xmlns:a16="http://schemas.microsoft.com/office/drawing/2014/main" id="{562769DD-A3E3-41D0-B636-979475B7D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4333875"/>
            <a:ext cx="209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" tIns="19050" rIns="9525" bIns="1905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9C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9C0000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4621" name="">
            <a:extLst xmlns:a="http://schemas.openxmlformats.org/drawingml/2006/main">
              <a:ext uri="{FF2B5EF4-FFF2-40B4-BE49-F238E27FC236}">
                <a16:creationId xmlns:a16="http://schemas.microsoft.com/office/drawing/2014/main" id="{FD71617C-B6CF-4D99-8781-DA2D5F768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4229100"/>
            <a:ext cx="1428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4D6"/>
          </a:solidFill>
          <a:ln xmlns:a="http://schemas.openxmlformats.org/drawingml/2006/main" w="10478">
            <a:solidFill>
              <a:srgbClr val="C00000"/>
            </a:solidFill>
            <a:prstDash val="solid"/>
          </a:ln>
        </p:spPr>
        <p:txBody>
          <a:bodyPr xmlns:a="http://schemas.openxmlformats.org/drawingml/2006/main" lIns="57150" tIns="47625" rIns="57150" bIns="47625" anchor="ctr"/>
          <a:lstStyle xmlns:a="http://schemas.openxmlformats.org/drawingml/2006/main"/>
          <a:p xmlns:a="http://schemas.openxmlformats.org/drawingml/2006/main">
            <a:pPr algn="ctr">
              <a:defRPr sz="69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减少策略分布偏移</a:t>
            </a:r>
          </a:p>
          <a:p xmlns:a="http://schemas.openxmlformats.org/drawingml/2006/main">
            <a:pPr algn="ctr">
              <a:defRPr sz="69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稳定长序列训练</a:t>
            </a:r>
          </a:p>
        </p:txBody>
      </p:sp>
      <p:sp>
        <p:nvSpPr>
          <p:cNvPr id="24622" name="">
            <a:extLst xmlns:a="http://schemas.openxmlformats.org/drawingml/2006/main">
              <a:ext uri="{FF2B5EF4-FFF2-40B4-BE49-F238E27FC236}">
                <a16:creationId xmlns:a16="http://schemas.microsoft.com/office/drawing/2014/main" id="{87338AB3-B8D1-43F6-A44F-9BE99BA75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686300"/>
            <a:ext cx="2381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" tIns="19050" rIns="9525" bIns="19050" anchor="ctr"/>
          <a:lstStyle xmlns:a="http://schemas.openxmlformats.org/drawingml/2006/main"/>
          <a:p xmlns:a="http://schemas.openxmlformats.org/drawingml/2006/main">
            <a:pPr algn="ctr">
              <a:defRPr sz="638" b="1">
                <a:solidFill>
                  <a:srgbClr val="9C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8" b="1">
                <a:solidFill>
                  <a:srgbClr val="9C0000"/>
                </a:solidFill>
                <a:latin typeface="Microsoft YaHei"/>
                <a:ea typeface="Microsoft YaHei"/>
                <a:cs typeface="Microsoft YaHei"/>
              </a:rPr>
              <a:t>目标：只回退真正敏感层，保留INT8加速收益</a:t>
            </a:r>
          </a:p>
        </p:txBody>
      </p:sp>
      <p:sp>
        <p:nvSpPr>
          <p:cNvPr id="24623" name="">
            <a:extLst xmlns:a="http://schemas.openxmlformats.org/drawingml/2006/main">
              <a:ext uri="{FF2B5EF4-FFF2-40B4-BE49-F238E27FC236}">
                <a16:creationId xmlns:a16="http://schemas.microsoft.com/office/drawing/2014/main" id="{C540DDE4-65CA-4827-9C9C-BBDC6F0F0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067300"/>
            <a:ext cx="11572875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10478">
            <a:solidFill>
              <a:srgbClr val="FFC000"/>
            </a:solidFill>
            <a:prstDash val="solid"/>
          </a:ln>
        </p:spPr>
        <p:txBody>
          <a:bodyPr xmlns:a="http://schemas.openxmlformats.org/drawingml/2006/main" lIns="57150" tIns="47625" rIns="57150" bIns="47625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4624" name="">
            <a:extLst xmlns:a="http://schemas.openxmlformats.org/drawingml/2006/main">
              <a:ext uri="{FF2B5EF4-FFF2-40B4-BE49-F238E27FC236}">
                <a16:creationId xmlns:a16="http://schemas.microsoft.com/office/drawing/2014/main" id="{8793A0E8-95DE-42A0-8A4B-9AEF97FE1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05400"/>
            <a:ext cx="10096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" tIns="19050" rIns="9525" bIns="19050" anchor="ctr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提出一种基于双尺度协同感知量化的INT8 RL训推优化方法。主要保护点如下：</a:t>
            </a:r>
          </a:p>
        </p:txBody>
      </p:sp>
      <p:sp>
        <p:nvSpPr>
          <p:cNvPr id="24625" name="">
            <a:extLst xmlns:a="http://schemas.openxmlformats.org/drawingml/2006/main">
              <a:ext uri="{FF2B5EF4-FFF2-40B4-BE49-F238E27FC236}">
                <a16:creationId xmlns:a16="http://schemas.microsoft.com/office/drawing/2014/main" id="{F11E25CB-ED55-4882-8CA7-1D82C43C3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86375"/>
            <a:ext cx="3524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966"/>
          </a:solidFill>
          <a:ln xmlns:a="http://schemas.openxmlformats.org/drawingml/2006/main" w="10478">
            <a:solidFill>
              <a:srgbClr val="C00000"/>
            </a:solidFill>
            <a:prstDash val="solid"/>
          </a:ln>
        </p:spPr>
        <p:txBody>
          <a:bodyPr xmlns:a="http://schemas.openxmlformats.org/drawingml/2006/main" lIns="57150" tIns="47625" rIns="57150" bIns="47625" anchor="ctr"/>
          <a:lstStyle xmlns:a="http://schemas.openxmlformats.org/drawingml/2006/main"/>
          <a:p xmlns:a="http://schemas.openxmlformats.org/drawingml/2006/main">
            <a:pPr algn="ctr">
              <a:defRPr sz="728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28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1：双尺度QAT量化尺度建模与梯度稳定更新方法</a:t>
            </a:r>
          </a:p>
        </p:txBody>
      </p:sp>
      <p:sp>
        <p:nvSpPr>
          <p:cNvPr id="24626" name="">
            <a:extLst xmlns:a="http://schemas.openxmlformats.org/drawingml/2006/main">
              <a:ext uri="{FF2B5EF4-FFF2-40B4-BE49-F238E27FC236}">
                <a16:creationId xmlns:a16="http://schemas.microsoft.com/office/drawing/2014/main" id="{D08858C7-94BA-40B7-BFD3-38720B29A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62600"/>
            <a:ext cx="344805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" tIns="19050" rIns="9525" bIns="19050" anchor="ctr"/>
          <a:lstStyle xmlns:a="http://schemas.openxmlformats.org/drawingml/2006/main"/>
          <a:p xmlns:a="http://schemas.openxmlformats.org/drawingml/2006/main">
            <a:pPr algn="l">
              <a:defRPr sz="70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0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联合构建weight scale与smooth scale；通过有效区间梯度、越界边界约束和归一化更新，使离群值存在时尺度仍稳定。</a:t>
            </a:r>
          </a:p>
        </p:txBody>
      </p:sp>
      <p:sp>
        <p:nvSpPr>
          <p:cNvPr id="24627" name="">
            <a:extLst xmlns:a="http://schemas.openxmlformats.org/drawingml/2006/main">
              <a:ext uri="{FF2B5EF4-FFF2-40B4-BE49-F238E27FC236}">
                <a16:creationId xmlns:a16="http://schemas.microsoft.com/office/drawing/2014/main" id="{044F2B5B-B9F3-479E-90B5-536E57636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5286375"/>
            <a:ext cx="3524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966"/>
          </a:solidFill>
          <a:ln xmlns:a="http://schemas.openxmlformats.org/drawingml/2006/main" w="10478">
            <a:solidFill>
              <a:srgbClr val="C00000"/>
            </a:solidFill>
            <a:prstDash val="solid"/>
          </a:ln>
        </p:spPr>
        <p:txBody>
          <a:bodyPr xmlns:a="http://schemas.openxmlformats.org/drawingml/2006/main" lIns="57150" tIns="47625" rIns="57150" bIns="47625" anchor="ctr"/>
          <a:lstStyle xmlns:a="http://schemas.openxmlformats.org/drawingml/2006/main"/>
          <a:p xmlns:a="http://schemas.openxmlformats.org/drawingml/2006/main">
            <a:pPr algn="ctr">
              <a:defRPr sz="728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28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2：哈希随机舍入量化误差抑制方法</a:t>
            </a:r>
          </a:p>
        </p:txBody>
      </p:sp>
      <p:sp>
        <p:nvSpPr>
          <p:cNvPr id="24628" name="">
            <a:extLst xmlns:a="http://schemas.openxmlformats.org/drawingml/2006/main">
              <a:ext uri="{FF2B5EF4-FFF2-40B4-BE49-F238E27FC236}">
                <a16:creationId xmlns:a16="http://schemas.microsoft.com/office/drawing/2014/main" id="{CD4A17E8-DECC-40F0-AF75-D8618B593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5562600"/>
            <a:ext cx="344805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" tIns="19050" rIns="9525" bIns="19050" anchor="ctr"/>
          <a:lstStyle xmlns:a="http://schemas.openxmlformats.org/drawingml/2006/main"/>
          <a:p xmlns:a="http://schemas.openxmlformats.org/drawingml/2006/main">
            <a:pPr algn="l">
              <a:defRPr sz="70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0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由数值比特生成确定性伪随机数，与残差比较确定舍入方向，实现统计无偏和训推一致舍入。</a:t>
            </a:r>
          </a:p>
        </p:txBody>
      </p:sp>
      <p:sp>
        <p:nvSpPr>
          <p:cNvPr id="24629" name="">
            <a:extLst xmlns:a="http://schemas.openxmlformats.org/drawingml/2006/main">
              <a:ext uri="{FF2B5EF4-FFF2-40B4-BE49-F238E27FC236}">
                <a16:creationId xmlns:a16="http://schemas.microsoft.com/office/drawing/2014/main" id="{5A94A922-7686-47C4-BF45-CA4202C72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5286375"/>
            <a:ext cx="3524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966"/>
          </a:solidFill>
          <a:ln xmlns:a="http://schemas.openxmlformats.org/drawingml/2006/main" w="10478">
            <a:solidFill>
              <a:srgbClr val="C00000"/>
            </a:solidFill>
            <a:prstDash val="solid"/>
          </a:ln>
        </p:spPr>
        <p:txBody>
          <a:bodyPr xmlns:a="http://schemas.openxmlformats.org/drawingml/2006/main" lIns="57150" tIns="47625" rIns="57150" bIns="47625" anchor="ctr"/>
          <a:lstStyle xmlns:a="http://schemas.openxmlformats.org/drawingml/2006/main"/>
          <a:p xmlns:a="http://schemas.openxmlformats.org/drawingml/2006/main">
            <a:pPr algn="ctr">
              <a:defRPr sz="69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3：累计量化误差动量估计的敏感层精度回退方法</a:t>
            </a:r>
          </a:p>
        </p:txBody>
      </p:sp>
      <p:sp>
        <p:nvSpPr>
          <p:cNvPr id="24630" name="">
            <a:extLst xmlns:a="http://schemas.openxmlformats.org/drawingml/2006/main">
              <a:ext uri="{FF2B5EF4-FFF2-40B4-BE49-F238E27FC236}">
                <a16:creationId xmlns:a16="http://schemas.microsoft.com/office/drawing/2014/main" id="{24E67F15-DE05-4171-9FC8-54C6327EE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5562600"/>
            <a:ext cx="344805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" tIns="19050" rIns="9525" bIns="19050" anchor="ctr"/>
          <a:lstStyle xmlns:a="http://schemas.openxmlformats.org/drawingml/2006/main"/>
          <a:p xmlns:a="http://schemas.openxmlformats.org/drawingml/2006/main">
            <a:pPr algn="l">
              <a:defRPr sz="70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0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实时累计层级量化误差并以动量更新敏感度，对持续高敏感层回退精度，抑制rollout误差累积。</a:t>
            </a:r>
          </a:p>
        </p:txBody>
      </p:sp>
    </p:spTree>
    <p:extLst>
      <p:ext uri="{BB962C8B-B14F-4D97-AF65-F5344CB8AC3E}">
        <p14:creationId xmlns:p14="http://schemas.microsoft.com/office/powerpoint/2010/main" val="3372191884"/>
      </p:ext>
    </p:extLst>
  </p:cSld>
</p:sld>
</file>

<file path=ppt/theme/theme1.xml><?xml version="1.0" encoding="utf-8"?>
<a:theme xmlns:a="http://schemas.openxmlformats.org/drawingml/2006/main" name="自定义设计方案">
  <a:themeElements>
    <a:clrScheme name="自定义设计方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自定义设计方案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自定义设计方案 1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2026-06-08T03:03:10.2750000Z</dcterms:created>
  <dcterms:modified xsi:type="dcterms:W3CDTF">2026-06-08T03:03:10.2760000Z</dcterms:modified>
</coreProperties>
</file>